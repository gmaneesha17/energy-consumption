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367" r:id="rId3"/>
    <p:sldId id="366" r:id="rId4"/>
    <p:sldId id="368" r:id="rId5"/>
    <p:sldId id="369" r:id="rId6"/>
    <p:sldId id="370" r:id="rId7"/>
    <p:sldId id="350" r:id="rId8"/>
    <p:sldId id="352" r:id="rId9"/>
    <p:sldId id="344" r:id="rId10"/>
    <p:sldId id="262" r:id="rId11"/>
    <p:sldId id="265" r:id="rId12"/>
    <p:sldId id="336" r:id="rId13"/>
    <p:sldId id="371" r:id="rId14"/>
    <p:sldId id="348" r:id="rId15"/>
    <p:sldId id="353" r:id="rId16"/>
    <p:sldId id="343" r:id="rId17"/>
    <p:sldId id="342" r:id="rId18"/>
    <p:sldId id="354" r:id="rId19"/>
    <p:sldId id="365" r:id="rId20"/>
    <p:sldId id="355" r:id="rId21"/>
    <p:sldId id="357" r:id="rId22"/>
    <p:sldId id="362" r:id="rId23"/>
    <p:sldId id="363" r:id="rId24"/>
    <p:sldId id="364" r:id="rId25"/>
    <p:sldId id="351" r:id="rId26"/>
    <p:sldId id="373" r:id="rId27"/>
    <p:sldId id="372" r:id="rId28"/>
    <p:sldId id="275" r:id="rId29"/>
  </p:sldIdLst>
  <p:sldSz cx="9144000" cy="5143500" type="screen16x9"/>
  <p:notesSz cx="6858000" cy="9144000"/>
  <p:embeddedFontLst>
    <p:embeddedFont>
      <p:font typeface="Assistant" pitchFamily="2" charset="-79"/>
      <p:regular r:id="rId31"/>
      <p:bold r:id="rId32"/>
    </p:embeddedFont>
    <p:embeddedFont>
      <p:font typeface="Candara Light" panose="020E0502030303020204" pitchFamily="34" charset="0"/>
      <p:regular r:id="rId33"/>
      <p:italic r:id="rId34"/>
    </p:embeddedFont>
    <p:embeddedFont>
      <p:font typeface="Libre Franklin" pitchFamily="2" charset="0"/>
      <p:regular r:id="rId35"/>
      <p:bold r:id="rId36"/>
      <p:italic r:id="rId37"/>
      <p:boldItalic r:id="rId38"/>
    </p:embeddedFont>
    <p:embeddedFont>
      <p:font typeface="Open Sans" panose="020B0606030504020204" pitchFamily="34" charset="0"/>
      <p:regular r:id="rId39"/>
      <p:bold r:id="rId40"/>
      <p:italic r:id="rId41"/>
      <p:boldItalic r:id="rId42"/>
    </p:embeddedFont>
    <p:embeddedFont>
      <p:font typeface="Raleway" pitchFamily="2" charset="0"/>
      <p:regular r:id="rId43"/>
      <p:bold r:id="rId44"/>
      <p:italic r:id="rId45"/>
      <p:boldItalic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D6D860-2E79-4E98-9BEA-19FDFEE90BFF}" v="34" dt="2026-01-04T01:31:41.3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591" autoAdjust="0"/>
    <p:restoredTop sz="94660"/>
  </p:normalViewPr>
  <p:slideViewPr>
    <p:cSldViewPr snapToGrid="0">
      <p:cViewPr>
        <p:scale>
          <a:sx n="102" d="100"/>
          <a:sy n="102" d="100"/>
        </p:scale>
        <p:origin x="1037" y="91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9.fntdata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font" Target="fonts/font12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font" Target="fonts/font10.fntdata"/><Relationship Id="rId45" Type="http://schemas.openxmlformats.org/officeDocument/2006/relationships/font" Target="fonts/font1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4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font" Target="fonts/font13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46" Type="http://schemas.openxmlformats.org/officeDocument/2006/relationships/font" Target="fonts/font16.fntdata"/><Relationship Id="rId20" Type="http://schemas.openxmlformats.org/officeDocument/2006/relationships/slide" Target="slides/slide19.xml"/><Relationship Id="rId41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08" name="Google Shape;50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g2a27e4b4923_0_17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876" name="Google Shape;876;g2a27e4b4923_0_17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g2a27e4b4923_0_17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060" name="Google Shape;1060;g2a27e4b4923_0_17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8">
          <a:extLst>
            <a:ext uri="{FF2B5EF4-FFF2-40B4-BE49-F238E27FC236}">
              <a16:creationId xmlns:a16="http://schemas.microsoft.com/office/drawing/2014/main" id="{8C4FA0B7-C7EF-2CC6-9F23-2AB91384D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g2a27e4b4923_0_1715:notes">
            <a:extLst>
              <a:ext uri="{FF2B5EF4-FFF2-40B4-BE49-F238E27FC236}">
                <a16:creationId xmlns:a16="http://schemas.microsoft.com/office/drawing/2014/main" id="{00C3A5F8-C267-A5A0-DC39-57CD23393A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060" name="Google Shape;1060;g2a27e4b4923_0_1715:notes">
            <a:extLst>
              <a:ext uri="{FF2B5EF4-FFF2-40B4-BE49-F238E27FC236}">
                <a16:creationId xmlns:a16="http://schemas.microsoft.com/office/drawing/2014/main" id="{0BA881A1-9A7F-DEA4-5678-E05BE9762E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636232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g2a27e4b4923_0_19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469" name="Google Shape;1469;g2a27e4b4923_0_19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238125" y="238200"/>
            <a:ext cx="8667773" cy="4667101"/>
            <a:chOff x="238125" y="238200"/>
            <a:chExt cx="8667773" cy="4667101"/>
          </a:xfrm>
        </p:grpSpPr>
        <p:sp>
          <p:nvSpPr>
            <p:cNvPr id="10" name="Google Shape;10;p2"/>
            <p:cNvSpPr/>
            <p:nvPr/>
          </p:nvSpPr>
          <p:spPr>
            <a:xfrm>
              <a:off x="238125" y="238200"/>
              <a:ext cx="8667773" cy="4667101"/>
            </a:xfrm>
            <a:custGeom>
              <a:avLst/>
              <a:gdLst/>
              <a:ahLst/>
              <a:cxnLst/>
              <a:rect l="l" t="t" r="r" b="b"/>
              <a:pathLst>
                <a:path w="4122" h="3091" extrusionOk="0">
                  <a:moveTo>
                    <a:pt x="4122" y="3091"/>
                  </a:moveTo>
                  <a:lnTo>
                    <a:pt x="0" y="3091"/>
                  </a:lnTo>
                  <a:lnTo>
                    <a:pt x="0" y="0"/>
                  </a:lnTo>
                  <a:lnTo>
                    <a:pt x="4122" y="0"/>
                  </a:lnTo>
                  <a:lnTo>
                    <a:pt x="4122" y="3091"/>
                  </a:lnTo>
                  <a:close/>
                </a:path>
              </a:pathLst>
            </a:custGeom>
            <a:solidFill>
              <a:schemeClr val="lt2"/>
            </a:solidFill>
            <a:ln w="12600" cap="flat" cmpd="sng">
              <a:solidFill>
                <a:schemeClr val="dk1"/>
              </a:solidFill>
              <a:prstDash val="solid"/>
              <a:bevel/>
              <a:headEnd type="none" w="sm" len="sm"/>
              <a:tailEnd type="none" w="sm" len="sm"/>
            </a:ln>
            <a:effectLst>
              <a:outerShdw dist="114300" dir="3060000" algn="bl" rotWithShape="0">
                <a:schemeClr val="accent5"/>
              </a:outerShdw>
            </a:effectLst>
          </p:spPr>
          <p:txBody>
            <a:bodyPr spcFirstLastPara="1" wrap="square" lIns="96100" tIns="51100" rIns="96100" bIns="5110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238126" y="691061"/>
              <a:ext cx="8667762" cy="163800"/>
            </a:xfrm>
            <a:custGeom>
              <a:avLst/>
              <a:gdLst/>
              <a:ahLst/>
              <a:cxnLst/>
              <a:rect l="l" t="t" r="r" b="b"/>
              <a:pathLst>
                <a:path w="4122" h="120000" extrusionOk="0">
                  <a:moveTo>
                    <a:pt x="0" y="0"/>
                  </a:moveTo>
                  <a:lnTo>
                    <a:pt x="4122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600" cap="flat" cmpd="sng">
              <a:solidFill>
                <a:schemeClr val="dk1"/>
              </a:solidFill>
              <a:prstDash val="solid"/>
              <a:bevel/>
              <a:headEnd type="none" w="sm" len="sm"/>
              <a:tailEnd type="none" w="sm" len="sm"/>
            </a:ln>
          </p:spPr>
          <p:txBody>
            <a:bodyPr spcFirstLastPara="1" wrap="square" lIns="96100" tIns="0" rIns="96100" bIns="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grpSp>
          <p:nvGrpSpPr>
            <p:cNvPr id="12" name="Google Shape;12;p2"/>
            <p:cNvGrpSpPr/>
            <p:nvPr/>
          </p:nvGrpSpPr>
          <p:grpSpPr>
            <a:xfrm>
              <a:off x="397155" y="400429"/>
              <a:ext cx="762108" cy="132273"/>
              <a:chOff x="854747" y="683821"/>
              <a:chExt cx="678575" cy="117775"/>
            </a:xfrm>
          </p:grpSpPr>
          <p:sp>
            <p:nvSpPr>
              <p:cNvPr id="13" name="Google Shape;13;p2"/>
              <p:cNvSpPr/>
              <p:nvPr/>
            </p:nvSpPr>
            <p:spPr>
              <a:xfrm>
                <a:off x="854747" y="683821"/>
                <a:ext cx="117777" cy="117775"/>
              </a:xfrm>
              <a:custGeom>
                <a:avLst/>
                <a:gdLst/>
                <a:ahLst/>
                <a:cxnLst/>
                <a:rect l="l" t="t" r="r" b="b"/>
                <a:pathLst>
                  <a:path w="131" h="131" extrusionOk="0">
                    <a:moveTo>
                      <a:pt x="131" y="65"/>
                    </a:moveTo>
                    <a:cubicBezTo>
                      <a:pt x="131" y="29"/>
                      <a:pt x="101" y="0"/>
                      <a:pt x="66" y="0"/>
                    </a:cubicBezTo>
                    <a:cubicBezTo>
                      <a:pt x="29" y="0"/>
                      <a:pt x="0" y="29"/>
                      <a:pt x="0" y="65"/>
                    </a:cubicBezTo>
                    <a:cubicBezTo>
                      <a:pt x="0" y="102"/>
                      <a:pt x="29" y="131"/>
                      <a:pt x="66" y="131"/>
                    </a:cubicBezTo>
                    <a:cubicBezTo>
                      <a:pt x="101" y="131"/>
                      <a:pt x="131" y="102"/>
                      <a:pt x="131" y="6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6100" tIns="0" rIns="96100" bIns="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>
                <a:off x="1134693" y="683821"/>
                <a:ext cx="117777" cy="117775"/>
              </a:xfrm>
              <a:custGeom>
                <a:avLst/>
                <a:gdLst/>
                <a:ahLst/>
                <a:cxnLst/>
                <a:rect l="l" t="t" r="r" b="b"/>
                <a:pathLst>
                  <a:path w="131" h="131" extrusionOk="0">
                    <a:moveTo>
                      <a:pt x="131" y="65"/>
                    </a:moveTo>
                    <a:cubicBezTo>
                      <a:pt x="131" y="29"/>
                      <a:pt x="102" y="0"/>
                      <a:pt x="66" y="0"/>
                    </a:cubicBezTo>
                    <a:cubicBezTo>
                      <a:pt x="29" y="0"/>
                      <a:pt x="0" y="29"/>
                      <a:pt x="0" y="65"/>
                    </a:cubicBezTo>
                    <a:cubicBezTo>
                      <a:pt x="0" y="102"/>
                      <a:pt x="29" y="131"/>
                      <a:pt x="66" y="131"/>
                    </a:cubicBezTo>
                    <a:cubicBezTo>
                      <a:pt x="102" y="131"/>
                      <a:pt x="131" y="102"/>
                      <a:pt x="131" y="6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6100" tIns="0" rIns="96100" bIns="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1415545" y="683821"/>
                <a:ext cx="117777" cy="117775"/>
              </a:xfrm>
              <a:custGeom>
                <a:avLst/>
                <a:gdLst/>
                <a:ahLst/>
                <a:cxnLst/>
                <a:rect l="l" t="t" r="r" b="b"/>
                <a:pathLst>
                  <a:path w="131" h="131" extrusionOk="0">
                    <a:moveTo>
                      <a:pt x="131" y="65"/>
                    </a:moveTo>
                    <a:cubicBezTo>
                      <a:pt x="131" y="29"/>
                      <a:pt x="101" y="0"/>
                      <a:pt x="65" y="0"/>
                    </a:cubicBezTo>
                    <a:cubicBezTo>
                      <a:pt x="29" y="0"/>
                      <a:pt x="0" y="29"/>
                      <a:pt x="0" y="65"/>
                    </a:cubicBezTo>
                    <a:cubicBezTo>
                      <a:pt x="0" y="102"/>
                      <a:pt x="29" y="131"/>
                      <a:pt x="65" y="131"/>
                    </a:cubicBezTo>
                    <a:cubicBezTo>
                      <a:pt x="101" y="131"/>
                      <a:pt x="131" y="102"/>
                      <a:pt x="131" y="6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6100" tIns="0" rIns="96100" bIns="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  <p:grpSp>
          <p:nvGrpSpPr>
            <p:cNvPr id="16" name="Google Shape;16;p2"/>
            <p:cNvGrpSpPr/>
            <p:nvPr/>
          </p:nvGrpSpPr>
          <p:grpSpPr>
            <a:xfrm>
              <a:off x="8510002" y="352415"/>
              <a:ext cx="228440" cy="228440"/>
              <a:chOff x="4862880" y="3103920"/>
              <a:chExt cx="708121" cy="708121"/>
            </a:xfrm>
          </p:grpSpPr>
          <p:sp>
            <p:nvSpPr>
              <p:cNvPr id="17" name="Google Shape;17;p2"/>
              <p:cNvSpPr/>
              <p:nvPr/>
            </p:nvSpPr>
            <p:spPr>
              <a:xfrm>
                <a:off x="4862880" y="3103920"/>
                <a:ext cx="708121" cy="708121"/>
              </a:xfrm>
              <a:custGeom>
                <a:avLst/>
                <a:gdLst/>
                <a:ahLst/>
                <a:cxnLst/>
                <a:rect l="l" t="t" r="r" b="b"/>
                <a:pathLst>
                  <a:path w="1968" h="1968" extrusionOk="0">
                    <a:moveTo>
                      <a:pt x="1968" y="0"/>
                    </a:moveTo>
                    <a:lnTo>
                      <a:pt x="0" y="0"/>
                    </a:lnTo>
                    <a:lnTo>
                      <a:pt x="0" y="1968"/>
                    </a:lnTo>
                    <a:lnTo>
                      <a:pt x="1968" y="1968"/>
                    </a:lnTo>
                    <a:lnTo>
                      <a:pt x="1968" y="0"/>
                    </a:lnTo>
                    <a:close/>
                  </a:path>
                </a:pathLst>
              </a:custGeom>
              <a:noFill/>
              <a:ln w="12600" cap="flat" cmpd="sng">
                <a:solidFill>
                  <a:schemeClr val="dk1"/>
                </a:solidFill>
                <a:prstDash val="solid"/>
                <a:bevel/>
                <a:headEnd type="none" w="sm" len="sm"/>
                <a:tailEnd type="none" w="sm" len="sm"/>
              </a:ln>
            </p:spPr>
            <p:txBody>
              <a:bodyPr spcFirstLastPara="1" wrap="square" lIns="96100" tIns="51100" rIns="96100" bIns="5110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grpSp>
            <p:nvGrpSpPr>
              <p:cNvPr id="18" name="Google Shape;18;p2"/>
              <p:cNvGrpSpPr/>
              <p:nvPr/>
            </p:nvGrpSpPr>
            <p:grpSpPr>
              <a:xfrm>
                <a:off x="4862880" y="3103920"/>
                <a:ext cx="708121" cy="708121"/>
                <a:chOff x="4862880" y="3103920"/>
                <a:chExt cx="708121" cy="708121"/>
              </a:xfrm>
            </p:grpSpPr>
            <p:sp>
              <p:nvSpPr>
                <p:cNvPr id="19" name="Google Shape;19;p2"/>
                <p:cNvSpPr/>
                <p:nvPr/>
              </p:nvSpPr>
              <p:spPr>
                <a:xfrm>
                  <a:off x="4862880" y="3103920"/>
                  <a:ext cx="708121" cy="7081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8" h="1968" extrusionOk="0">
                      <a:moveTo>
                        <a:pt x="0" y="0"/>
                      </a:moveTo>
                      <a:lnTo>
                        <a:pt x="1968" y="19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12600" cap="flat" cmpd="sng">
                  <a:solidFill>
                    <a:schemeClr val="dk1"/>
                  </a:solidFill>
                  <a:prstDash val="solid"/>
                  <a:bevel/>
                  <a:headEnd type="none" w="sm" len="sm"/>
                  <a:tailEnd type="none" w="sm" len="sm"/>
                </a:ln>
              </p:spPr>
              <p:txBody>
                <a:bodyPr spcFirstLastPara="1" wrap="square" lIns="96100" tIns="51100" rIns="96100" bIns="51100" anchor="ctr" anchorCtr="1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endParaRPr>
                </a:p>
              </p:txBody>
            </p:sp>
            <p:sp>
              <p:nvSpPr>
                <p:cNvPr id="20" name="Google Shape;20;p2"/>
                <p:cNvSpPr/>
                <p:nvPr/>
              </p:nvSpPr>
              <p:spPr>
                <a:xfrm>
                  <a:off x="4862880" y="3103920"/>
                  <a:ext cx="708121" cy="7081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8" h="1968" extrusionOk="0">
                      <a:moveTo>
                        <a:pt x="1968" y="0"/>
                      </a:moveTo>
                      <a:lnTo>
                        <a:pt x="0" y="1968"/>
                      </a:lnTo>
                      <a:lnTo>
                        <a:pt x="1968" y="0"/>
                      </a:lnTo>
                      <a:close/>
                    </a:path>
                  </a:pathLst>
                </a:custGeom>
                <a:noFill/>
                <a:ln w="12600" cap="flat" cmpd="sng">
                  <a:solidFill>
                    <a:schemeClr val="dk1"/>
                  </a:solidFill>
                  <a:prstDash val="solid"/>
                  <a:bevel/>
                  <a:headEnd type="none" w="sm" len="sm"/>
                  <a:tailEnd type="none" w="sm" len="sm"/>
                </a:ln>
              </p:spPr>
              <p:txBody>
                <a:bodyPr spcFirstLastPara="1" wrap="square" lIns="96100" tIns="51100" rIns="96100" bIns="51100" anchor="ctr" anchorCtr="1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endParaRPr>
                </a:p>
              </p:txBody>
            </p:sp>
          </p:grpSp>
        </p:grpSp>
      </p:grpSp>
      <p:sp>
        <p:nvSpPr>
          <p:cNvPr id="21" name="Google Shape;21;p2"/>
          <p:cNvSpPr txBox="1">
            <a:spLocks noGrp="1"/>
          </p:cNvSpPr>
          <p:nvPr>
            <p:ph type="ctrTitle"/>
          </p:nvPr>
        </p:nvSpPr>
        <p:spPr>
          <a:xfrm>
            <a:off x="1765888" y="1088300"/>
            <a:ext cx="5630400" cy="235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subTitle" idx="1"/>
          </p:nvPr>
        </p:nvSpPr>
        <p:spPr>
          <a:xfrm>
            <a:off x="1765888" y="3444350"/>
            <a:ext cx="5630400" cy="4602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23" name="Google Shape;23;p2"/>
          <p:cNvGrpSpPr/>
          <p:nvPr/>
        </p:nvGrpSpPr>
        <p:grpSpPr>
          <a:xfrm flipH="1">
            <a:off x="5" y="3803465"/>
            <a:ext cx="892440" cy="800640"/>
            <a:chOff x="8187480" y="2310840"/>
            <a:chExt cx="892440" cy="800640"/>
          </a:xfrm>
        </p:grpSpPr>
        <p:sp>
          <p:nvSpPr>
            <p:cNvPr id="24" name="Google Shape;24;p2"/>
            <p:cNvSpPr/>
            <p:nvPr/>
          </p:nvSpPr>
          <p:spPr>
            <a:xfrm>
              <a:off x="8187480" y="2310840"/>
              <a:ext cx="429480" cy="429480"/>
            </a:xfrm>
            <a:custGeom>
              <a:avLst/>
              <a:gdLst/>
              <a:ahLst/>
              <a:cxnLst/>
              <a:rect l="l" t="t" r="r" b="b"/>
              <a:pathLst>
                <a:path w="1193" h="1193" extrusionOk="0">
                  <a:moveTo>
                    <a:pt x="980" y="140"/>
                  </a:moveTo>
                  <a:cubicBezTo>
                    <a:pt x="728" y="-72"/>
                    <a:pt x="351" y="-39"/>
                    <a:pt x="140" y="213"/>
                  </a:cubicBezTo>
                  <a:cubicBezTo>
                    <a:pt x="-72" y="465"/>
                    <a:pt x="-39" y="842"/>
                    <a:pt x="213" y="1054"/>
                  </a:cubicBezTo>
                  <a:cubicBezTo>
                    <a:pt x="465" y="1266"/>
                    <a:pt x="841" y="1233"/>
                    <a:pt x="1054" y="980"/>
                  </a:cubicBezTo>
                  <a:cubicBezTo>
                    <a:pt x="1265" y="728"/>
                    <a:pt x="1233" y="352"/>
                    <a:pt x="980" y="14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bevel/>
              <a:headEnd type="none" w="sm" len="sm"/>
              <a:tailEnd type="none" w="sm" len="sm"/>
            </a:ln>
          </p:spPr>
          <p:txBody>
            <a:bodyPr spcFirstLastPara="1" wrap="square" lIns="92875" tIns="47875" rIns="92875" bIns="478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8621640" y="2691720"/>
              <a:ext cx="458280" cy="419760"/>
            </a:xfrm>
            <a:custGeom>
              <a:avLst/>
              <a:gdLst/>
              <a:ahLst/>
              <a:cxnLst/>
              <a:rect l="l" t="t" r="r" b="b"/>
              <a:pathLst>
                <a:path w="1273" h="1166" extrusionOk="0">
                  <a:moveTo>
                    <a:pt x="1273" y="839"/>
                  </a:moveTo>
                  <a:lnTo>
                    <a:pt x="999" y="1166"/>
                  </a:lnTo>
                  <a:lnTo>
                    <a:pt x="0" y="327"/>
                  </a:lnTo>
                  <a:lnTo>
                    <a:pt x="275" y="0"/>
                  </a:lnTo>
                  <a:lnTo>
                    <a:pt x="1273" y="83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8566920" y="2663640"/>
              <a:ext cx="103680" cy="87480"/>
            </a:xfrm>
            <a:custGeom>
              <a:avLst/>
              <a:gdLst/>
              <a:ahLst/>
              <a:cxnLst/>
              <a:rect l="l" t="t" r="r" b="b"/>
              <a:pathLst>
                <a:path w="288" h="243" extrusionOk="0">
                  <a:moveTo>
                    <a:pt x="0" y="0"/>
                  </a:moveTo>
                  <a:lnTo>
                    <a:pt x="288" y="243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bevel/>
              <a:headEnd type="none" w="sm" len="sm"/>
              <a:tailEnd type="none" w="sm" len="sm"/>
            </a:ln>
          </p:spPr>
          <p:txBody>
            <a:bodyPr spcFirstLastPara="1" wrap="square" lIns="92875" tIns="39600" rIns="92875" bIns="396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27" name="Google Shape;27;p2"/>
          <p:cNvGrpSpPr/>
          <p:nvPr/>
        </p:nvGrpSpPr>
        <p:grpSpPr>
          <a:xfrm>
            <a:off x="79285" y="1202708"/>
            <a:ext cx="856080" cy="394560"/>
            <a:chOff x="7200360" y="654120"/>
            <a:chExt cx="856080" cy="394560"/>
          </a:xfrm>
        </p:grpSpPr>
        <p:sp>
          <p:nvSpPr>
            <p:cNvPr id="28" name="Google Shape;28;p2"/>
            <p:cNvSpPr/>
            <p:nvPr/>
          </p:nvSpPr>
          <p:spPr>
            <a:xfrm>
              <a:off x="7200360" y="654120"/>
              <a:ext cx="856080" cy="394560"/>
            </a:xfrm>
            <a:custGeom>
              <a:avLst/>
              <a:gdLst/>
              <a:ahLst/>
              <a:cxnLst/>
              <a:rect l="l" t="t" r="r" b="b"/>
              <a:pathLst>
                <a:path w="2378" h="1096" extrusionOk="0">
                  <a:moveTo>
                    <a:pt x="2372" y="1096"/>
                  </a:moveTo>
                  <a:cubicBezTo>
                    <a:pt x="2376" y="1071"/>
                    <a:pt x="2378" y="1047"/>
                    <a:pt x="2378" y="1022"/>
                  </a:cubicBezTo>
                  <a:cubicBezTo>
                    <a:pt x="2378" y="763"/>
                    <a:pt x="2193" y="553"/>
                    <a:pt x="1966" y="553"/>
                  </a:cubicBezTo>
                  <a:cubicBezTo>
                    <a:pt x="1917" y="553"/>
                    <a:pt x="1871" y="563"/>
                    <a:pt x="1827" y="580"/>
                  </a:cubicBezTo>
                  <a:cubicBezTo>
                    <a:pt x="1787" y="252"/>
                    <a:pt x="1540" y="0"/>
                    <a:pt x="1242" y="0"/>
                  </a:cubicBezTo>
                  <a:cubicBezTo>
                    <a:pt x="1014" y="0"/>
                    <a:pt x="816" y="147"/>
                    <a:pt x="717" y="363"/>
                  </a:cubicBezTo>
                  <a:cubicBezTo>
                    <a:pt x="677" y="353"/>
                    <a:pt x="635" y="347"/>
                    <a:pt x="592" y="347"/>
                  </a:cubicBezTo>
                  <a:cubicBezTo>
                    <a:pt x="265" y="347"/>
                    <a:pt x="0" y="649"/>
                    <a:pt x="0" y="1022"/>
                  </a:cubicBezTo>
                  <a:cubicBezTo>
                    <a:pt x="0" y="1047"/>
                    <a:pt x="2" y="1071"/>
                    <a:pt x="4" y="1096"/>
                  </a:cubicBezTo>
                  <a:lnTo>
                    <a:pt x="2372" y="1096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bevel/>
              <a:headEnd type="none" w="sm" len="sm"/>
              <a:tailEnd type="none" w="sm" len="sm"/>
            </a:ln>
          </p:spPr>
          <p:txBody>
            <a:bodyPr spcFirstLastPara="1" wrap="square" lIns="92875" tIns="47875" rIns="92875" bIns="478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7201800" y="1048680"/>
              <a:ext cx="852480" cy="0"/>
            </a:xfrm>
            <a:custGeom>
              <a:avLst/>
              <a:gdLst/>
              <a:ahLst/>
              <a:cxnLst/>
              <a:rect l="l" t="t" r="r" b="b"/>
              <a:pathLst>
                <a:path w="2368" h="120000" extrusionOk="0">
                  <a:moveTo>
                    <a:pt x="2368" y="0"/>
                  </a:moveTo>
                  <a:lnTo>
                    <a:pt x="0" y="0"/>
                  </a:lnTo>
                  <a:lnTo>
                    <a:pt x="2368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bevel/>
              <a:headEnd type="none" w="sm" len="sm"/>
              <a:tailEnd type="none" w="sm" len="sm"/>
            </a:ln>
          </p:spPr>
          <p:txBody>
            <a:bodyPr spcFirstLastPara="1" wrap="square" lIns="92875" tIns="0" rIns="928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30" name="Google Shape;30;p2"/>
          <p:cNvSpPr/>
          <p:nvPr/>
        </p:nvSpPr>
        <p:spPr>
          <a:xfrm>
            <a:off x="8208625" y="3862985"/>
            <a:ext cx="506880" cy="506880"/>
          </a:xfrm>
          <a:custGeom>
            <a:avLst/>
            <a:gdLst/>
            <a:ahLst/>
            <a:cxnLst/>
            <a:rect l="l" t="t" r="r" b="b"/>
            <a:pathLst>
              <a:path w="1408" h="1408" extrusionOk="0">
                <a:moveTo>
                  <a:pt x="704" y="952"/>
                </a:moveTo>
                <a:cubicBezTo>
                  <a:pt x="568" y="952"/>
                  <a:pt x="457" y="841"/>
                  <a:pt x="457" y="704"/>
                </a:cubicBezTo>
                <a:cubicBezTo>
                  <a:pt x="457" y="568"/>
                  <a:pt x="568" y="456"/>
                  <a:pt x="704" y="456"/>
                </a:cubicBezTo>
                <a:cubicBezTo>
                  <a:pt x="842" y="456"/>
                  <a:pt x="953" y="568"/>
                  <a:pt x="953" y="704"/>
                </a:cubicBezTo>
                <a:cubicBezTo>
                  <a:pt x="953" y="841"/>
                  <a:pt x="842" y="952"/>
                  <a:pt x="704" y="952"/>
                </a:cubicBezTo>
                <a:moveTo>
                  <a:pt x="1408" y="874"/>
                </a:moveTo>
                <a:lnTo>
                  <a:pt x="1408" y="535"/>
                </a:lnTo>
                <a:lnTo>
                  <a:pt x="1267" y="535"/>
                </a:lnTo>
                <a:cubicBezTo>
                  <a:pt x="1255" y="497"/>
                  <a:pt x="1240" y="461"/>
                  <a:pt x="1222" y="427"/>
                </a:cubicBezTo>
                <a:lnTo>
                  <a:pt x="1322" y="326"/>
                </a:lnTo>
                <a:lnTo>
                  <a:pt x="1083" y="87"/>
                </a:lnTo>
                <a:lnTo>
                  <a:pt x="982" y="187"/>
                </a:lnTo>
                <a:cubicBezTo>
                  <a:pt x="948" y="169"/>
                  <a:pt x="912" y="154"/>
                  <a:pt x="874" y="143"/>
                </a:cubicBezTo>
                <a:lnTo>
                  <a:pt x="874" y="0"/>
                </a:lnTo>
                <a:lnTo>
                  <a:pt x="535" y="0"/>
                </a:lnTo>
                <a:lnTo>
                  <a:pt x="535" y="143"/>
                </a:lnTo>
                <a:cubicBezTo>
                  <a:pt x="497" y="154"/>
                  <a:pt x="461" y="169"/>
                  <a:pt x="427" y="187"/>
                </a:cubicBezTo>
                <a:lnTo>
                  <a:pt x="326" y="87"/>
                </a:lnTo>
                <a:lnTo>
                  <a:pt x="87" y="326"/>
                </a:lnTo>
                <a:lnTo>
                  <a:pt x="188" y="427"/>
                </a:lnTo>
                <a:cubicBezTo>
                  <a:pt x="169" y="461"/>
                  <a:pt x="154" y="497"/>
                  <a:pt x="143" y="535"/>
                </a:cubicBezTo>
                <a:lnTo>
                  <a:pt x="0" y="535"/>
                </a:lnTo>
                <a:lnTo>
                  <a:pt x="0" y="874"/>
                </a:lnTo>
                <a:lnTo>
                  <a:pt x="143" y="874"/>
                </a:lnTo>
                <a:cubicBezTo>
                  <a:pt x="154" y="911"/>
                  <a:pt x="169" y="948"/>
                  <a:pt x="188" y="982"/>
                </a:cubicBezTo>
                <a:lnTo>
                  <a:pt x="87" y="1082"/>
                </a:lnTo>
                <a:lnTo>
                  <a:pt x="326" y="1322"/>
                </a:lnTo>
                <a:lnTo>
                  <a:pt x="427" y="1222"/>
                </a:lnTo>
                <a:cubicBezTo>
                  <a:pt x="461" y="1240"/>
                  <a:pt x="497" y="1255"/>
                  <a:pt x="535" y="1266"/>
                </a:cubicBezTo>
                <a:lnTo>
                  <a:pt x="535" y="1408"/>
                </a:lnTo>
                <a:lnTo>
                  <a:pt x="874" y="1408"/>
                </a:lnTo>
                <a:lnTo>
                  <a:pt x="874" y="1266"/>
                </a:lnTo>
                <a:cubicBezTo>
                  <a:pt x="912" y="1255"/>
                  <a:pt x="948" y="1240"/>
                  <a:pt x="982" y="1222"/>
                </a:cubicBezTo>
                <a:lnTo>
                  <a:pt x="1083" y="1322"/>
                </a:lnTo>
                <a:lnTo>
                  <a:pt x="1322" y="1082"/>
                </a:lnTo>
                <a:lnTo>
                  <a:pt x="1222" y="982"/>
                </a:lnTo>
                <a:cubicBezTo>
                  <a:pt x="1240" y="948"/>
                  <a:pt x="1255" y="911"/>
                  <a:pt x="1267" y="874"/>
                </a:cubicBezTo>
                <a:lnTo>
                  <a:pt x="1408" y="874"/>
                </a:lnTo>
                <a:close/>
              </a:path>
            </a:pathLst>
          </a:custGeom>
          <a:solidFill>
            <a:schemeClr val="accent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oogle Shape;32;p3"/>
          <p:cNvGrpSpPr/>
          <p:nvPr/>
        </p:nvGrpSpPr>
        <p:grpSpPr>
          <a:xfrm>
            <a:off x="238125" y="238200"/>
            <a:ext cx="8667773" cy="4667101"/>
            <a:chOff x="238125" y="238200"/>
            <a:chExt cx="8667773" cy="4667101"/>
          </a:xfrm>
        </p:grpSpPr>
        <p:sp>
          <p:nvSpPr>
            <p:cNvPr id="33" name="Google Shape;33;p3"/>
            <p:cNvSpPr/>
            <p:nvPr/>
          </p:nvSpPr>
          <p:spPr>
            <a:xfrm>
              <a:off x="238125" y="238200"/>
              <a:ext cx="8667773" cy="4667101"/>
            </a:xfrm>
            <a:custGeom>
              <a:avLst/>
              <a:gdLst/>
              <a:ahLst/>
              <a:cxnLst/>
              <a:rect l="l" t="t" r="r" b="b"/>
              <a:pathLst>
                <a:path w="4122" h="3091" extrusionOk="0">
                  <a:moveTo>
                    <a:pt x="4122" y="3091"/>
                  </a:moveTo>
                  <a:lnTo>
                    <a:pt x="0" y="3091"/>
                  </a:lnTo>
                  <a:lnTo>
                    <a:pt x="0" y="0"/>
                  </a:lnTo>
                  <a:lnTo>
                    <a:pt x="4122" y="0"/>
                  </a:lnTo>
                  <a:lnTo>
                    <a:pt x="4122" y="3091"/>
                  </a:lnTo>
                  <a:close/>
                </a:path>
              </a:pathLst>
            </a:custGeom>
            <a:solidFill>
              <a:schemeClr val="lt2"/>
            </a:solidFill>
            <a:ln w="12600" cap="flat" cmpd="sng">
              <a:solidFill>
                <a:schemeClr val="dk1"/>
              </a:solidFill>
              <a:prstDash val="solid"/>
              <a:bevel/>
              <a:headEnd type="none" w="sm" len="sm"/>
              <a:tailEnd type="none" w="sm" len="sm"/>
            </a:ln>
            <a:effectLst>
              <a:outerShdw dist="114300" dir="3060000" algn="bl" rotWithShape="0">
                <a:schemeClr val="accent5"/>
              </a:outerShdw>
            </a:effectLst>
          </p:spPr>
          <p:txBody>
            <a:bodyPr spcFirstLastPara="1" wrap="square" lIns="96100" tIns="51100" rIns="96100" bIns="5110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4" name="Google Shape;34;p3"/>
            <p:cNvSpPr/>
            <p:nvPr/>
          </p:nvSpPr>
          <p:spPr>
            <a:xfrm>
              <a:off x="238126" y="691061"/>
              <a:ext cx="8667762" cy="163800"/>
            </a:xfrm>
            <a:custGeom>
              <a:avLst/>
              <a:gdLst/>
              <a:ahLst/>
              <a:cxnLst/>
              <a:rect l="l" t="t" r="r" b="b"/>
              <a:pathLst>
                <a:path w="4122" h="120000" extrusionOk="0">
                  <a:moveTo>
                    <a:pt x="0" y="0"/>
                  </a:moveTo>
                  <a:lnTo>
                    <a:pt x="4122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600" cap="flat" cmpd="sng">
              <a:solidFill>
                <a:schemeClr val="dk1"/>
              </a:solidFill>
              <a:prstDash val="solid"/>
              <a:bevel/>
              <a:headEnd type="none" w="sm" len="sm"/>
              <a:tailEnd type="none" w="sm" len="sm"/>
            </a:ln>
          </p:spPr>
          <p:txBody>
            <a:bodyPr spcFirstLastPara="1" wrap="square" lIns="96100" tIns="0" rIns="96100" bIns="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grpSp>
          <p:nvGrpSpPr>
            <p:cNvPr id="35" name="Google Shape;35;p3"/>
            <p:cNvGrpSpPr/>
            <p:nvPr/>
          </p:nvGrpSpPr>
          <p:grpSpPr>
            <a:xfrm>
              <a:off x="397155" y="400429"/>
              <a:ext cx="762108" cy="132273"/>
              <a:chOff x="854747" y="683821"/>
              <a:chExt cx="678575" cy="117775"/>
            </a:xfrm>
          </p:grpSpPr>
          <p:sp>
            <p:nvSpPr>
              <p:cNvPr id="36" name="Google Shape;36;p3"/>
              <p:cNvSpPr/>
              <p:nvPr/>
            </p:nvSpPr>
            <p:spPr>
              <a:xfrm>
                <a:off x="854747" y="683821"/>
                <a:ext cx="117777" cy="117775"/>
              </a:xfrm>
              <a:custGeom>
                <a:avLst/>
                <a:gdLst/>
                <a:ahLst/>
                <a:cxnLst/>
                <a:rect l="l" t="t" r="r" b="b"/>
                <a:pathLst>
                  <a:path w="131" h="131" extrusionOk="0">
                    <a:moveTo>
                      <a:pt x="131" y="65"/>
                    </a:moveTo>
                    <a:cubicBezTo>
                      <a:pt x="131" y="29"/>
                      <a:pt x="101" y="0"/>
                      <a:pt x="66" y="0"/>
                    </a:cubicBezTo>
                    <a:cubicBezTo>
                      <a:pt x="29" y="0"/>
                      <a:pt x="0" y="29"/>
                      <a:pt x="0" y="65"/>
                    </a:cubicBezTo>
                    <a:cubicBezTo>
                      <a:pt x="0" y="102"/>
                      <a:pt x="29" y="131"/>
                      <a:pt x="66" y="131"/>
                    </a:cubicBezTo>
                    <a:cubicBezTo>
                      <a:pt x="101" y="131"/>
                      <a:pt x="131" y="102"/>
                      <a:pt x="131" y="6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6100" tIns="0" rIns="96100" bIns="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37" name="Google Shape;37;p3"/>
              <p:cNvSpPr/>
              <p:nvPr/>
            </p:nvSpPr>
            <p:spPr>
              <a:xfrm>
                <a:off x="1134693" y="683821"/>
                <a:ext cx="117777" cy="117775"/>
              </a:xfrm>
              <a:custGeom>
                <a:avLst/>
                <a:gdLst/>
                <a:ahLst/>
                <a:cxnLst/>
                <a:rect l="l" t="t" r="r" b="b"/>
                <a:pathLst>
                  <a:path w="131" h="131" extrusionOk="0">
                    <a:moveTo>
                      <a:pt x="131" y="65"/>
                    </a:moveTo>
                    <a:cubicBezTo>
                      <a:pt x="131" y="29"/>
                      <a:pt x="102" y="0"/>
                      <a:pt x="66" y="0"/>
                    </a:cubicBezTo>
                    <a:cubicBezTo>
                      <a:pt x="29" y="0"/>
                      <a:pt x="0" y="29"/>
                      <a:pt x="0" y="65"/>
                    </a:cubicBezTo>
                    <a:cubicBezTo>
                      <a:pt x="0" y="102"/>
                      <a:pt x="29" y="131"/>
                      <a:pt x="66" y="131"/>
                    </a:cubicBezTo>
                    <a:cubicBezTo>
                      <a:pt x="102" y="131"/>
                      <a:pt x="131" y="102"/>
                      <a:pt x="131" y="6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6100" tIns="0" rIns="96100" bIns="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38" name="Google Shape;38;p3"/>
              <p:cNvSpPr/>
              <p:nvPr/>
            </p:nvSpPr>
            <p:spPr>
              <a:xfrm>
                <a:off x="1415545" y="683821"/>
                <a:ext cx="117777" cy="117775"/>
              </a:xfrm>
              <a:custGeom>
                <a:avLst/>
                <a:gdLst/>
                <a:ahLst/>
                <a:cxnLst/>
                <a:rect l="l" t="t" r="r" b="b"/>
                <a:pathLst>
                  <a:path w="131" h="131" extrusionOk="0">
                    <a:moveTo>
                      <a:pt x="131" y="65"/>
                    </a:moveTo>
                    <a:cubicBezTo>
                      <a:pt x="131" y="29"/>
                      <a:pt x="101" y="0"/>
                      <a:pt x="65" y="0"/>
                    </a:cubicBezTo>
                    <a:cubicBezTo>
                      <a:pt x="29" y="0"/>
                      <a:pt x="0" y="29"/>
                      <a:pt x="0" y="65"/>
                    </a:cubicBezTo>
                    <a:cubicBezTo>
                      <a:pt x="0" y="102"/>
                      <a:pt x="29" y="131"/>
                      <a:pt x="65" y="131"/>
                    </a:cubicBezTo>
                    <a:cubicBezTo>
                      <a:pt x="101" y="131"/>
                      <a:pt x="131" y="102"/>
                      <a:pt x="131" y="6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6100" tIns="0" rIns="96100" bIns="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  <p:grpSp>
          <p:nvGrpSpPr>
            <p:cNvPr id="39" name="Google Shape;39;p3"/>
            <p:cNvGrpSpPr/>
            <p:nvPr/>
          </p:nvGrpSpPr>
          <p:grpSpPr>
            <a:xfrm>
              <a:off x="8510002" y="352415"/>
              <a:ext cx="228440" cy="228440"/>
              <a:chOff x="4862880" y="3103920"/>
              <a:chExt cx="708121" cy="708121"/>
            </a:xfrm>
          </p:grpSpPr>
          <p:sp>
            <p:nvSpPr>
              <p:cNvPr id="40" name="Google Shape;40;p3"/>
              <p:cNvSpPr/>
              <p:nvPr/>
            </p:nvSpPr>
            <p:spPr>
              <a:xfrm>
                <a:off x="4862880" y="3103920"/>
                <a:ext cx="708121" cy="708121"/>
              </a:xfrm>
              <a:custGeom>
                <a:avLst/>
                <a:gdLst/>
                <a:ahLst/>
                <a:cxnLst/>
                <a:rect l="l" t="t" r="r" b="b"/>
                <a:pathLst>
                  <a:path w="1968" h="1968" extrusionOk="0">
                    <a:moveTo>
                      <a:pt x="1968" y="0"/>
                    </a:moveTo>
                    <a:lnTo>
                      <a:pt x="0" y="0"/>
                    </a:lnTo>
                    <a:lnTo>
                      <a:pt x="0" y="1968"/>
                    </a:lnTo>
                    <a:lnTo>
                      <a:pt x="1968" y="1968"/>
                    </a:lnTo>
                    <a:lnTo>
                      <a:pt x="1968" y="0"/>
                    </a:lnTo>
                    <a:close/>
                  </a:path>
                </a:pathLst>
              </a:custGeom>
              <a:noFill/>
              <a:ln w="12600" cap="flat" cmpd="sng">
                <a:solidFill>
                  <a:schemeClr val="dk1"/>
                </a:solidFill>
                <a:prstDash val="solid"/>
                <a:bevel/>
                <a:headEnd type="none" w="sm" len="sm"/>
                <a:tailEnd type="none" w="sm" len="sm"/>
              </a:ln>
            </p:spPr>
            <p:txBody>
              <a:bodyPr spcFirstLastPara="1" wrap="square" lIns="96100" tIns="51100" rIns="96100" bIns="5110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grpSp>
            <p:nvGrpSpPr>
              <p:cNvPr id="41" name="Google Shape;41;p3"/>
              <p:cNvGrpSpPr/>
              <p:nvPr/>
            </p:nvGrpSpPr>
            <p:grpSpPr>
              <a:xfrm>
                <a:off x="4862880" y="3103920"/>
                <a:ext cx="708121" cy="708121"/>
                <a:chOff x="4862880" y="3103920"/>
                <a:chExt cx="708121" cy="708121"/>
              </a:xfrm>
            </p:grpSpPr>
            <p:sp>
              <p:nvSpPr>
                <p:cNvPr id="42" name="Google Shape;42;p3"/>
                <p:cNvSpPr/>
                <p:nvPr/>
              </p:nvSpPr>
              <p:spPr>
                <a:xfrm>
                  <a:off x="4862880" y="3103920"/>
                  <a:ext cx="708121" cy="7081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8" h="1968" extrusionOk="0">
                      <a:moveTo>
                        <a:pt x="0" y="0"/>
                      </a:moveTo>
                      <a:lnTo>
                        <a:pt x="1968" y="19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12600" cap="flat" cmpd="sng">
                  <a:solidFill>
                    <a:schemeClr val="dk1"/>
                  </a:solidFill>
                  <a:prstDash val="solid"/>
                  <a:bevel/>
                  <a:headEnd type="none" w="sm" len="sm"/>
                  <a:tailEnd type="none" w="sm" len="sm"/>
                </a:ln>
              </p:spPr>
              <p:txBody>
                <a:bodyPr spcFirstLastPara="1" wrap="square" lIns="96100" tIns="51100" rIns="96100" bIns="51100" anchor="ctr" anchorCtr="1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endParaRPr>
                </a:p>
              </p:txBody>
            </p:sp>
            <p:sp>
              <p:nvSpPr>
                <p:cNvPr id="43" name="Google Shape;43;p3"/>
                <p:cNvSpPr/>
                <p:nvPr/>
              </p:nvSpPr>
              <p:spPr>
                <a:xfrm>
                  <a:off x="4862880" y="3103920"/>
                  <a:ext cx="708121" cy="7081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8" h="1968" extrusionOk="0">
                      <a:moveTo>
                        <a:pt x="1968" y="0"/>
                      </a:moveTo>
                      <a:lnTo>
                        <a:pt x="0" y="1968"/>
                      </a:lnTo>
                      <a:lnTo>
                        <a:pt x="1968" y="0"/>
                      </a:lnTo>
                      <a:close/>
                    </a:path>
                  </a:pathLst>
                </a:custGeom>
                <a:noFill/>
                <a:ln w="12600" cap="flat" cmpd="sng">
                  <a:solidFill>
                    <a:schemeClr val="dk1"/>
                  </a:solidFill>
                  <a:prstDash val="solid"/>
                  <a:bevel/>
                  <a:headEnd type="none" w="sm" len="sm"/>
                  <a:tailEnd type="none" w="sm" len="sm"/>
                </a:ln>
              </p:spPr>
              <p:txBody>
                <a:bodyPr spcFirstLastPara="1" wrap="square" lIns="96100" tIns="51100" rIns="96100" bIns="51100" anchor="ctr" anchorCtr="1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endParaRPr>
                </a:p>
              </p:txBody>
            </p:sp>
          </p:grpSp>
        </p:grpSp>
      </p:grpSp>
      <p:sp>
        <p:nvSpPr>
          <p:cNvPr id="44" name="Google Shape;44;p3"/>
          <p:cNvSpPr txBox="1">
            <a:spLocks noGrp="1"/>
          </p:cNvSpPr>
          <p:nvPr>
            <p:ph type="title"/>
          </p:nvPr>
        </p:nvSpPr>
        <p:spPr>
          <a:xfrm>
            <a:off x="4170650" y="2251425"/>
            <a:ext cx="4260300" cy="159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5" name="Google Shape;45;p3"/>
          <p:cNvSpPr txBox="1">
            <a:spLocks noGrp="1"/>
          </p:cNvSpPr>
          <p:nvPr>
            <p:ph type="title" idx="2" hasCustomPrompt="1"/>
          </p:nvPr>
        </p:nvSpPr>
        <p:spPr>
          <a:xfrm>
            <a:off x="5621006" y="1327650"/>
            <a:ext cx="1359600" cy="662700"/>
          </a:xfrm>
          <a:prstGeom prst="rect">
            <a:avLst/>
          </a:prstGeom>
          <a:solidFill>
            <a:schemeClr val="accent6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dist="133350" dir="2460000" algn="bl" rotWithShape="0">
              <a:schemeClr val="accent5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46" name="Google Shape;46;p3"/>
          <p:cNvSpPr txBox="1">
            <a:spLocks noGrp="1"/>
          </p:cNvSpPr>
          <p:nvPr>
            <p:ph type="subTitle" idx="1"/>
          </p:nvPr>
        </p:nvSpPr>
        <p:spPr>
          <a:xfrm>
            <a:off x="4170650" y="3844550"/>
            <a:ext cx="4260300" cy="4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"/>
          <p:cNvSpPr>
            <a:spLocks noGrp="1"/>
          </p:cNvSpPr>
          <p:nvPr>
            <p:ph type="pic" idx="3"/>
          </p:nvPr>
        </p:nvSpPr>
        <p:spPr>
          <a:xfrm>
            <a:off x="930600" y="1238875"/>
            <a:ext cx="2477400" cy="31236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oogle Shape;69;p5"/>
          <p:cNvGrpSpPr/>
          <p:nvPr/>
        </p:nvGrpSpPr>
        <p:grpSpPr>
          <a:xfrm>
            <a:off x="238125" y="238200"/>
            <a:ext cx="8667773" cy="4667101"/>
            <a:chOff x="238125" y="238200"/>
            <a:chExt cx="8667773" cy="4667101"/>
          </a:xfrm>
        </p:grpSpPr>
        <p:sp>
          <p:nvSpPr>
            <p:cNvPr id="70" name="Google Shape;70;p5"/>
            <p:cNvSpPr/>
            <p:nvPr/>
          </p:nvSpPr>
          <p:spPr>
            <a:xfrm>
              <a:off x="238125" y="238200"/>
              <a:ext cx="8667773" cy="4667101"/>
            </a:xfrm>
            <a:custGeom>
              <a:avLst/>
              <a:gdLst/>
              <a:ahLst/>
              <a:cxnLst/>
              <a:rect l="l" t="t" r="r" b="b"/>
              <a:pathLst>
                <a:path w="4122" h="3091" extrusionOk="0">
                  <a:moveTo>
                    <a:pt x="4122" y="3091"/>
                  </a:moveTo>
                  <a:lnTo>
                    <a:pt x="0" y="3091"/>
                  </a:lnTo>
                  <a:lnTo>
                    <a:pt x="0" y="0"/>
                  </a:lnTo>
                  <a:lnTo>
                    <a:pt x="4122" y="0"/>
                  </a:lnTo>
                  <a:lnTo>
                    <a:pt x="4122" y="3091"/>
                  </a:lnTo>
                  <a:close/>
                </a:path>
              </a:pathLst>
            </a:custGeom>
            <a:solidFill>
              <a:schemeClr val="lt2"/>
            </a:solidFill>
            <a:ln w="12600" cap="flat" cmpd="sng">
              <a:solidFill>
                <a:schemeClr val="dk1"/>
              </a:solidFill>
              <a:prstDash val="solid"/>
              <a:bevel/>
              <a:headEnd type="none" w="sm" len="sm"/>
              <a:tailEnd type="none" w="sm" len="sm"/>
            </a:ln>
            <a:effectLst>
              <a:outerShdw dist="114300" dir="3060000" algn="bl" rotWithShape="0">
                <a:schemeClr val="accent5"/>
              </a:outerShdw>
            </a:effectLst>
          </p:spPr>
          <p:txBody>
            <a:bodyPr spcFirstLastPara="1" wrap="square" lIns="96100" tIns="51100" rIns="96100" bIns="5110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1" name="Google Shape;71;p5"/>
            <p:cNvSpPr/>
            <p:nvPr/>
          </p:nvSpPr>
          <p:spPr>
            <a:xfrm>
              <a:off x="238126" y="691061"/>
              <a:ext cx="8667762" cy="163800"/>
            </a:xfrm>
            <a:custGeom>
              <a:avLst/>
              <a:gdLst/>
              <a:ahLst/>
              <a:cxnLst/>
              <a:rect l="l" t="t" r="r" b="b"/>
              <a:pathLst>
                <a:path w="4122" h="120000" extrusionOk="0">
                  <a:moveTo>
                    <a:pt x="0" y="0"/>
                  </a:moveTo>
                  <a:lnTo>
                    <a:pt x="4122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600" cap="flat" cmpd="sng">
              <a:solidFill>
                <a:schemeClr val="dk1"/>
              </a:solidFill>
              <a:prstDash val="solid"/>
              <a:bevel/>
              <a:headEnd type="none" w="sm" len="sm"/>
              <a:tailEnd type="none" w="sm" len="sm"/>
            </a:ln>
          </p:spPr>
          <p:txBody>
            <a:bodyPr spcFirstLastPara="1" wrap="square" lIns="96100" tIns="0" rIns="96100" bIns="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grpSp>
          <p:nvGrpSpPr>
            <p:cNvPr id="72" name="Google Shape;72;p5"/>
            <p:cNvGrpSpPr/>
            <p:nvPr/>
          </p:nvGrpSpPr>
          <p:grpSpPr>
            <a:xfrm>
              <a:off x="397155" y="400429"/>
              <a:ext cx="762108" cy="132273"/>
              <a:chOff x="854747" y="683821"/>
              <a:chExt cx="678575" cy="117775"/>
            </a:xfrm>
          </p:grpSpPr>
          <p:sp>
            <p:nvSpPr>
              <p:cNvPr id="73" name="Google Shape;73;p5"/>
              <p:cNvSpPr/>
              <p:nvPr/>
            </p:nvSpPr>
            <p:spPr>
              <a:xfrm>
                <a:off x="854747" y="683821"/>
                <a:ext cx="117777" cy="117775"/>
              </a:xfrm>
              <a:custGeom>
                <a:avLst/>
                <a:gdLst/>
                <a:ahLst/>
                <a:cxnLst/>
                <a:rect l="l" t="t" r="r" b="b"/>
                <a:pathLst>
                  <a:path w="131" h="131" extrusionOk="0">
                    <a:moveTo>
                      <a:pt x="131" y="65"/>
                    </a:moveTo>
                    <a:cubicBezTo>
                      <a:pt x="131" y="29"/>
                      <a:pt x="101" y="0"/>
                      <a:pt x="66" y="0"/>
                    </a:cubicBezTo>
                    <a:cubicBezTo>
                      <a:pt x="29" y="0"/>
                      <a:pt x="0" y="29"/>
                      <a:pt x="0" y="65"/>
                    </a:cubicBezTo>
                    <a:cubicBezTo>
                      <a:pt x="0" y="102"/>
                      <a:pt x="29" y="131"/>
                      <a:pt x="66" y="131"/>
                    </a:cubicBezTo>
                    <a:cubicBezTo>
                      <a:pt x="101" y="131"/>
                      <a:pt x="131" y="102"/>
                      <a:pt x="131" y="6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6100" tIns="0" rIns="96100" bIns="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74" name="Google Shape;74;p5"/>
              <p:cNvSpPr/>
              <p:nvPr/>
            </p:nvSpPr>
            <p:spPr>
              <a:xfrm>
                <a:off x="1134693" y="683821"/>
                <a:ext cx="117777" cy="117775"/>
              </a:xfrm>
              <a:custGeom>
                <a:avLst/>
                <a:gdLst/>
                <a:ahLst/>
                <a:cxnLst/>
                <a:rect l="l" t="t" r="r" b="b"/>
                <a:pathLst>
                  <a:path w="131" h="131" extrusionOk="0">
                    <a:moveTo>
                      <a:pt x="131" y="65"/>
                    </a:moveTo>
                    <a:cubicBezTo>
                      <a:pt x="131" y="29"/>
                      <a:pt x="102" y="0"/>
                      <a:pt x="66" y="0"/>
                    </a:cubicBezTo>
                    <a:cubicBezTo>
                      <a:pt x="29" y="0"/>
                      <a:pt x="0" y="29"/>
                      <a:pt x="0" y="65"/>
                    </a:cubicBezTo>
                    <a:cubicBezTo>
                      <a:pt x="0" y="102"/>
                      <a:pt x="29" y="131"/>
                      <a:pt x="66" y="131"/>
                    </a:cubicBezTo>
                    <a:cubicBezTo>
                      <a:pt x="102" y="131"/>
                      <a:pt x="131" y="102"/>
                      <a:pt x="131" y="6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6100" tIns="0" rIns="96100" bIns="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75" name="Google Shape;75;p5"/>
              <p:cNvSpPr/>
              <p:nvPr/>
            </p:nvSpPr>
            <p:spPr>
              <a:xfrm>
                <a:off x="1415545" y="683821"/>
                <a:ext cx="117777" cy="117775"/>
              </a:xfrm>
              <a:custGeom>
                <a:avLst/>
                <a:gdLst/>
                <a:ahLst/>
                <a:cxnLst/>
                <a:rect l="l" t="t" r="r" b="b"/>
                <a:pathLst>
                  <a:path w="131" h="131" extrusionOk="0">
                    <a:moveTo>
                      <a:pt x="131" y="65"/>
                    </a:moveTo>
                    <a:cubicBezTo>
                      <a:pt x="131" y="29"/>
                      <a:pt x="101" y="0"/>
                      <a:pt x="65" y="0"/>
                    </a:cubicBezTo>
                    <a:cubicBezTo>
                      <a:pt x="29" y="0"/>
                      <a:pt x="0" y="29"/>
                      <a:pt x="0" y="65"/>
                    </a:cubicBezTo>
                    <a:cubicBezTo>
                      <a:pt x="0" y="102"/>
                      <a:pt x="29" y="131"/>
                      <a:pt x="65" y="131"/>
                    </a:cubicBezTo>
                    <a:cubicBezTo>
                      <a:pt x="101" y="131"/>
                      <a:pt x="131" y="102"/>
                      <a:pt x="131" y="6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6100" tIns="0" rIns="96100" bIns="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  <p:grpSp>
          <p:nvGrpSpPr>
            <p:cNvPr id="76" name="Google Shape;76;p5"/>
            <p:cNvGrpSpPr/>
            <p:nvPr/>
          </p:nvGrpSpPr>
          <p:grpSpPr>
            <a:xfrm>
              <a:off x="8510002" y="352415"/>
              <a:ext cx="228440" cy="228440"/>
              <a:chOff x="4862880" y="3103920"/>
              <a:chExt cx="708121" cy="708121"/>
            </a:xfrm>
          </p:grpSpPr>
          <p:sp>
            <p:nvSpPr>
              <p:cNvPr id="77" name="Google Shape;77;p5"/>
              <p:cNvSpPr/>
              <p:nvPr/>
            </p:nvSpPr>
            <p:spPr>
              <a:xfrm>
                <a:off x="4862880" y="3103920"/>
                <a:ext cx="708121" cy="708121"/>
              </a:xfrm>
              <a:custGeom>
                <a:avLst/>
                <a:gdLst/>
                <a:ahLst/>
                <a:cxnLst/>
                <a:rect l="l" t="t" r="r" b="b"/>
                <a:pathLst>
                  <a:path w="1968" h="1968" extrusionOk="0">
                    <a:moveTo>
                      <a:pt x="1968" y="0"/>
                    </a:moveTo>
                    <a:lnTo>
                      <a:pt x="0" y="0"/>
                    </a:lnTo>
                    <a:lnTo>
                      <a:pt x="0" y="1968"/>
                    </a:lnTo>
                    <a:lnTo>
                      <a:pt x="1968" y="1968"/>
                    </a:lnTo>
                    <a:lnTo>
                      <a:pt x="1968" y="0"/>
                    </a:lnTo>
                    <a:close/>
                  </a:path>
                </a:pathLst>
              </a:custGeom>
              <a:noFill/>
              <a:ln w="12600" cap="flat" cmpd="sng">
                <a:solidFill>
                  <a:schemeClr val="dk1"/>
                </a:solidFill>
                <a:prstDash val="solid"/>
                <a:bevel/>
                <a:headEnd type="none" w="sm" len="sm"/>
                <a:tailEnd type="none" w="sm" len="sm"/>
              </a:ln>
            </p:spPr>
            <p:txBody>
              <a:bodyPr spcFirstLastPara="1" wrap="square" lIns="96100" tIns="51100" rIns="96100" bIns="5110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grpSp>
            <p:nvGrpSpPr>
              <p:cNvPr id="78" name="Google Shape;78;p5"/>
              <p:cNvGrpSpPr/>
              <p:nvPr/>
            </p:nvGrpSpPr>
            <p:grpSpPr>
              <a:xfrm>
                <a:off x="4862880" y="3103920"/>
                <a:ext cx="708121" cy="708121"/>
                <a:chOff x="4862880" y="3103920"/>
                <a:chExt cx="708121" cy="708121"/>
              </a:xfrm>
            </p:grpSpPr>
            <p:sp>
              <p:nvSpPr>
                <p:cNvPr id="79" name="Google Shape;79;p5"/>
                <p:cNvSpPr/>
                <p:nvPr/>
              </p:nvSpPr>
              <p:spPr>
                <a:xfrm>
                  <a:off x="4862880" y="3103920"/>
                  <a:ext cx="708121" cy="7081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8" h="1968" extrusionOk="0">
                      <a:moveTo>
                        <a:pt x="0" y="0"/>
                      </a:moveTo>
                      <a:lnTo>
                        <a:pt x="1968" y="19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12600" cap="flat" cmpd="sng">
                  <a:solidFill>
                    <a:schemeClr val="dk1"/>
                  </a:solidFill>
                  <a:prstDash val="solid"/>
                  <a:bevel/>
                  <a:headEnd type="none" w="sm" len="sm"/>
                  <a:tailEnd type="none" w="sm" len="sm"/>
                </a:ln>
              </p:spPr>
              <p:txBody>
                <a:bodyPr spcFirstLastPara="1" wrap="square" lIns="96100" tIns="51100" rIns="96100" bIns="51100" anchor="ctr" anchorCtr="1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endParaRPr>
                </a:p>
              </p:txBody>
            </p:sp>
            <p:sp>
              <p:nvSpPr>
                <p:cNvPr id="80" name="Google Shape;80;p5"/>
                <p:cNvSpPr/>
                <p:nvPr/>
              </p:nvSpPr>
              <p:spPr>
                <a:xfrm>
                  <a:off x="4862880" y="3103920"/>
                  <a:ext cx="708121" cy="7081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8" h="1968" extrusionOk="0">
                      <a:moveTo>
                        <a:pt x="1968" y="0"/>
                      </a:moveTo>
                      <a:lnTo>
                        <a:pt x="0" y="1968"/>
                      </a:lnTo>
                      <a:lnTo>
                        <a:pt x="1968" y="0"/>
                      </a:lnTo>
                      <a:close/>
                    </a:path>
                  </a:pathLst>
                </a:custGeom>
                <a:noFill/>
                <a:ln w="12600" cap="flat" cmpd="sng">
                  <a:solidFill>
                    <a:schemeClr val="dk1"/>
                  </a:solidFill>
                  <a:prstDash val="solid"/>
                  <a:bevel/>
                  <a:headEnd type="none" w="sm" len="sm"/>
                  <a:tailEnd type="none" w="sm" len="sm"/>
                </a:ln>
              </p:spPr>
              <p:txBody>
                <a:bodyPr spcFirstLastPara="1" wrap="square" lIns="96100" tIns="51100" rIns="96100" bIns="51100" anchor="ctr" anchorCtr="1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endParaRPr>
                </a:p>
              </p:txBody>
            </p:sp>
          </p:grpSp>
        </p:grpSp>
      </p:grpSp>
      <p:sp>
        <p:nvSpPr>
          <p:cNvPr id="81" name="Google Shape;81;p5"/>
          <p:cNvSpPr txBox="1">
            <a:spLocks noGrp="1"/>
          </p:cNvSpPr>
          <p:nvPr>
            <p:ph type="title"/>
          </p:nvPr>
        </p:nvSpPr>
        <p:spPr>
          <a:xfrm>
            <a:off x="720000" y="67665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5"/>
          <p:cNvSpPr txBox="1">
            <a:spLocks noGrp="1"/>
          </p:cNvSpPr>
          <p:nvPr>
            <p:ph type="title" idx="2"/>
          </p:nvPr>
        </p:nvSpPr>
        <p:spPr>
          <a:xfrm>
            <a:off x="720000" y="2030175"/>
            <a:ext cx="35223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Font typeface="Libre Franklin"/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Font typeface="Libre Franklin"/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Font typeface="Libre Franklin"/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Font typeface="Libre Franklin"/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Font typeface="Libre Franklin"/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Font typeface="Libre Franklin"/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Font typeface="Libre Franklin"/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Font typeface="Libre Franklin"/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83" name="Google Shape;83;p5"/>
          <p:cNvSpPr txBox="1">
            <a:spLocks noGrp="1"/>
          </p:cNvSpPr>
          <p:nvPr>
            <p:ph type="title" idx="3"/>
          </p:nvPr>
        </p:nvSpPr>
        <p:spPr>
          <a:xfrm>
            <a:off x="4901688" y="2030175"/>
            <a:ext cx="35223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Font typeface="Libre Franklin"/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Font typeface="Libre Franklin"/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Font typeface="Libre Franklin"/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Font typeface="Libre Franklin"/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Font typeface="Libre Franklin"/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Font typeface="Libre Franklin"/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Font typeface="Libre Franklin"/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Font typeface="Libre Franklin"/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84" name="Google Shape;84;p5"/>
          <p:cNvSpPr txBox="1">
            <a:spLocks noGrp="1"/>
          </p:cNvSpPr>
          <p:nvPr>
            <p:ph type="subTitle" idx="1"/>
          </p:nvPr>
        </p:nvSpPr>
        <p:spPr>
          <a:xfrm>
            <a:off x="720000" y="2747400"/>
            <a:ext cx="3522300" cy="1404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Char char="•"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Char char="○"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Char char="■"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Char char="●"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Char char="○"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Char char="■"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Char char="●"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Char char="○"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5"/>
          <p:cNvSpPr txBox="1">
            <a:spLocks noGrp="1"/>
          </p:cNvSpPr>
          <p:nvPr>
            <p:ph type="subTitle" idx="4"/>
          </p:nvPr>
        </p:nvSpPr>
        <p:spPr>
          <a:xfrm>
            <a:off x="4901700" y="2747400"/>
            <a:ext cx="3522300" cy="1404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Char char="•"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" name="Google Shape;149;p9"/>
          <p:cNvGrpSpPr/>
          <p:nvPr/>
        </p:nvGrpSpPr>
        <p:grpSpPr>
          <a:xfrm>
            <a:off x="238125" y="238200"/>
            <a:ext cx="8667773" cy="4667101"/>
            <a:chOff x="238125" y="238200"/>
            <a:chExt cx="8667773" cy="4667101"/>
          </a:xfrm>
        </p:grpSpPr>
        <p:sp>
          <p:nvSpPr>
            <p:cNvPr id="150" name="Google Shape;150;p9"/>
            <p:cNvSpPr/>
            <p:nvPr/>
          </p:nvSpPr>
          <p:spPr>
            <a:xfrm>
              <a:off x="238125" y="238200"/>
              <a:ext cx="8667773" cy="4667101"/>
            </a:xfrm>
            <a:custGeom>
              <a:avLst/>
              <a:gdLst/>
              <a:ahLst/>
              <a:cxnLst/>
              <a:rect l="l" t="t" r="r" b="b"/>
              <a:pathLst>
                <a:path w="4122" h="3091" extrusionOk="0">
                  <a:moveTo>
                    <a:pt x="4122" y="3091"/>
                  </a:moveTo>
                  <a:lnTo>
                    <a:pt x="0" y="3091"/>
                  </a:lnTo>
                  <a:lnTo>
                    <a:pt x="0" y="0"/>
                  </a:lnTo>
                  <a:lnTo>
                    <a:pt x="4122" y="0"/>
                  </a:lnTo>
                  <a:lnTo>
                    <a:pt x="4122" y="3091"/>
                  </a:lnTo>
                  <a:close/>
                </a:path>
              </a:pathLst>
            </a:custGeom>
            <a:solidFill>
              <a:schemeClr val="lt2"/>
            </a:solidFill>
            <a:ln w="12600" cap="flat" cmpd="sng">
              <a:solidFill>
                <a:schemeClr val="dk1"/>
              </a:solidFill>
              <a:prstDash val="solid"/>
              <a:bevel/>
              <a:headEnd type="none" w="sm" len="sm"/>
              <a:tailEnd type="none" w="sm" len="sm"/>
            </a:ln>
            <a:effectLst>
              <a:outerShdw dist="114300" dir="3060000" algn="bl" rotWithShape="0">
                <a:schemeClr val="accent5"/>
              </a:outerShdw>
            </a:effectLst>
          </p:spPr>
          <p:txBody>
            <a:bodyPr spcFirstLastPara="1" wrap="square" lIns="96100" tIns="51100" rIns="96100" bIns="5110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1" name="Google Shape;151;p9"/>
            <p:cNvSpPr/>
            <p:nvPr/>
          </p:nvSpPr>
          <p:spPr>
            <a:xfrm>
              <a:off x="238126" y="691061"/>
              <a:ext cx="8667762" cy="163800"/>
            </a:xfrm>
            <a:custGeom>
              <a:avLst/>
              <a:gdLst/>
              <a:ahLst/>
              <a:cxnLst/>
              <a:rect l="l" t="t" r="r" b="b"/>
              <a:pathLst>
                <a:path w="4122" h="120000" extrusionOk="0">
                  <a:moveTo>
                    <a:pt x="0" y="0"/>
                  </a:moveTo>
                  <a:lnTo>
                    <a:pt x="4122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600" cap="flat" cmpd="sng">
              <a:solidFill>
                <a:schemeClr val="dk1"/>
              </a:solidFill>
              <a:prstDash val="solid"/>
              <a:bevel/>
              <a:headEnd type="none" w="sm" len="sm"/>
              <a:tailEnd type="none" w="sm" len="sm"/>
            </a:ln>
          </p:spPr>
          <p:txBody>
            <a:bodyPr spcFirstLastPara="1" wrap="square" lIns="96100" tIns="0" rIns="96100" bIns="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grpSp>
          <p:nvGrpSpPr>
            <p:cNvPr id="152" name="Google Shape;152;p9"/>
            <p:cNvGrpSpPr/>
            <p:nvPr/>
          </p:nvGrpSpPr>
          <p:grpSpPr>
            <a:xfrm>
              <a:off x="397155" y="400429"/>
              <a:ext cx="762108" cy="132273"/>
              <a:chOff x="854747" y="683821"/>
              <a:chExt cx="678575" cy="117775"/>
            </a:xfrm>
          </p:grpSpPr>
          <p:sp>
            <p:nvSpPr>
              <p:cNvPr id="153" name="Google Shape;153;p9"/>
              <p:cNvSpPr/>
              <p:nvPr/>
            </p:nvSpPr>
            <p:spPr>
              <a:xfrm>
                <a:off x="854747" y="683821"/>
                <a:ext cx="117777" cy="117775"/>
              </a:xfrm>
              <a:custGeom>
                <a:avLst/>
                <a:gdLst/>
                <a:ahLst/>
                <a:cxnLst/>
                <a:rect l="l" t="t" r="r" b="b"/>
                <a:pathLst>
                  <a:path w="131" h="131" extrusionOk="0">
                    <a:moveTo>
                      <a:pt x="131" y="65"/>
                    </a:moveTo>
                    <a:cubicBezTo>
                      <a:pt x="131" y="29"/>
                      <a:pt x="101" y="0"/>
                      <a:pt x="66" y="0"/>
                    </a:cubicBezTo>
                    <a:cubicBezTo>
                      <a:pt x="29" y="0"/>
                      <a:pt x="0" y="29"/>
                      <a:pt x="0" y="65"/>
                    </a:cubicBezTo>
                    <a:cubicBezTo>
                      <a:pt x="0" y="102"/>
                      <a:pt x="29" y="131"/>
                      <a:pt x="66" y="131"/>
                    </a:cubicBezTo>
                    <a:cubicBezTo>
                      <a:pt x="101" y="131"/>
                      <a:pt x="131" y="102"/>
                      <a:pt x="131" y="6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6100" tIns="0" rIns="96100" bIns="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154" name="Google Shape;154;p9"/>
              <p:cNvSpPr/>
              <p:nvPr/>
            </p:nvSpPr>
            <p:spPr>
              <a:xfrm>
                <a:off x="1134693" y="683821"/>
                <a:ext cx="117777" cy="117775"/>
              </a:xfrm>
              <a:custGeom>
                <a:avLst/>
                <a:gdLst/>
                <a:ahLst/>
                <a:cxnLst/>
                <a:rect l="l" t="t" r="r" b="b"/>
                <a:pathLst>
                  <a:path w="131" h="131" extrusionOk="0">
                    <a:moveTo>
                      <a:pt x="131" y="65"/>
                    </a:moveTo>
                    <a:cubicBezTo>
                      <a:pt x="131" y="29"/>
                      <a:pt x="102" y="0"/>
                      <a:pt x="66" y="0"/>
                    </a:cubicBezTo>
                    <a:cubicBezTo>
                      <a:pt x="29" y="0"/>
                      <a:pt x="0" y="29"/>
                      <a:pt x="0" y="65"/>
                    </a:cubicBezTo>
                    <a:cubicBezTo>
                      <a:pt x="0" y="102"/>
                      <a:pt x="29" y="131"/>
                      <a:pt x="66" y="131"/>
                    </a:cubicBezTo>
                    <a:cubicBezTo>
                      <a:pt x="102" y="131"/>
                      <a:pt x="131" y="102"/>
                      <a:pt x="131" y="6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6100" tIns="0" rIns="96100" bIns="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155" name="Google Shape;155;p9"/>
              <p:cNvSpPr/>
              <p:nvPr/>
            </p:nvSpPr>
            <p:spPr>
              <a:xfrm>
                <a:off x="1415545" y="683821"/>
                <a:ext cx="117777" cy="117775"/>
              </a:xfrm>
              <a:custGeom>
                <a:avLst/>
                <a:gdLst/>
                <a:ahLst/>
                <a:cxnLst/>
                <a:rect l="l" t="t" r="r" b="b"/>
                <a:pathLst>
                  <a:path w="131" h="131" extrusionOk="0">
                    <a:moveTo>
                      <a:pt x="131" y="65"/>
                    </a:moveTo>
                    <a:cubicBezTo>
                      <a:pt x="131" y="29"/>
                      <a:pt x="101" y="0"/>
                      <a:pt x="65" y="0"/>
                    </a:cubicBezTo>
                    <a:cubicBezTo>
                      <a:pt x="29" y="0"/>
                      <a:pt x="0" y="29"/>
                      <a:pt x="0" y="65"/>
                    </a:cubicBezTo>
                    <a:cubicBezTo>
                      <a:pt x="0" y="102"/>
                      <a:pt x="29" y="131"/>
                      <a:pt x="65" y="131"/>
                    </a:cubicBezTo>
                    <a:cubicBezTo>
                      <a:pt x="101" y="131"/>
                      <a:pt x="131" y="102"/>
                      <a:pt x="131" y="6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6100" tIns="0" rIns="96100" bIns="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  <p:grpSp>
          <p:nvGrpSpPr>
            <p:cNvPr id="156" name="Google Shape;156;p9"/>
            <p:cNvGrpSpPr/>
            <p:nvPr/>
          </p:nvGrpSpPr>
          <p:grpSpPr>
            <a:xfrm>
              <a:off x="8510002" y="352415"/>
              <a:ext cx="228440" cy="228440"/>
              <a:chOff x="4862880" y="3103920"/>
              <a:chExt cx="708121" cy="708121"/>
            </a:xfrm>
          </p:grpSpPr>
          <p:sp>
            <p:nvSpPr>
              <p:cNvPr id="157" name="Google Shape;157;p9"/>
              <p:cNvSpPr/>
              <p:nvPr/>
            </p:nvSpPr>
            <p:spPr>
              <a:xfrm>
                <a:off x="4862880" y="3103920"/>
                <a:ext cx="708121" cy="708121"/>
              </a:xfrm>
              <a:custGeom>
                <a:avLst/>
                <a:gdLst/>
                <a:ahLst/>
                <a:cxnLst/>
                <a:rect l="l" t="t" r="r" b="b"/>
                <a:pathLst>
                  <a:path w="1968" h="1968" extrusionOk="0">
                    <a:moveTo>
                      <a:pt x="1968" y="0"/>
                    </a:moveTo>
                    <a:lnTo>
                      <a:pt x="0" y="0"/>
                    </a:lnTo>
                    <a:lnTo>
                      <a:pt x="0" y="1968"/>
                    </a:lnTo>
                    <a:lnTo>
                      <a:pt x="1968" y="1968"/>
                    </a:lnTo>
                    <a:lnTo>
                      <a:pt x="1968" y="0"/>
                    </a:lnTo>
                    <a:close/>
                  </a:path>
                </a:pathLst>
              </a:custGeom>
              <a:noFill/>
              <a:ln w="12600" cap="flat" cmpd="sng">
                <a:solidFill>
                  <a:schemeClr val="dk1"/>
                </a:solidFill>
                <a:prstDash val="solid"/>
                <a:bevel/>
                <a:headEnd type="none" w="sm" len="sm"/>
                <a:tailEnd type="none" w="sm" len="sm"/>
              </a:ln>
            </p:spPr>
            <p:txBody>
              <a:bodyPr spcFirstLastPara="1" wrap="square" lIns="96100" tIns="51100" rIns="96100" bIns="5110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grpSp>
            <p:nvGrpSpPr>
              <p:cNvPr id="158" name="Google Shape;158;p9"/>
              <p:cNvGrpSpPr/>
              <p:nvPr/>
            </p:nvGrpSpPr>
            <p:grpSpPr>
              <a:xfrm>
                <a:off x="4862880" y="3103920"/>
                <a:ext cx="708121" cy="708121"/>
                <a:chOff x="4862880" y="3103920"/>
                <a:chExt cx="708121" cy="708121"/>
              </a:xfrm>
            </p:grpSpPr>
            <p:sp>
              <p:nvSpPr>
                <p:cNvPr id="159" name="Google Shape;159;p9"/>
                <p:cNvSpPr/>
                <p:nvPr/>
              </p:nvSpPr>
              <p:spPr>
                <a:xfrm>
                  <a:off x="4862880" y="3103920"/>
                  <a:ext cx="708121" cy="7081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8" h="1968" extrusionOk="0">
                      <a:moveTo>
                        <a:pt x="0" y="0"/>
                      </a:moveTo>
                      <a:lnTo>
                        <a:pt x="1968" y="19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12600" cap="flat" cmpd="sng">
                  <a:solidFill>
                    <a:schemeClr val="dk1"/>
                  </a:solidFill>
                  <a:prstDash val="solid"/>
                  <a:bevel/>
                  <a:headEnd type="none" w="sm" len="sm"/>
                  <a:tailEnd type="none" w="sm" len="sm"/>
                </a:ln>
              </p:spPr>
              <p:txBody>
                <a:bodyPr spcFirstLastPara="1" wrap="square" lIns="96100" tIns="51100" rIns="96100" bIns="51100" anchor="ctr" anchorCtr="1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endParaRPr>
                </a:p>
              </p:txBody>
            </p:sp>
            <p:sp>
              <p:nvSpPr>
                <p:cNvPr id="160" name="Google Shape;160;p9"/>
                <p:cNvSpPr/>
                <p:nvPr/>
              </p:nvSpPr>
              <p:spPr>
                <a:xfrm>
                  <a:off x="4862880" y="3103920"/>
                  <a:ext cx="708121" cy="7081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8" h="1968" extrusionOk="0">
                      <a:moveTo>
                        <a:pt x="1968" y="0"/>
                      </a:moveTo>
                      <a:lnTo>
                        <a:pt x="0" y="1968"/>
                      </a:lnTo>
                      <a:lnTo>
                        <a:pt x="1968" y="0"/>
                      </a:lnTo>
                      <a:close/>
                    </a:path>
                  </a:pathLst>
                </a:custGeom>
                <a:noFill/>
                <a:ln w="12600" cap="flat" cmpd="sng">
                  <a:solidFill>
                    <a:schemeClr val="dk1"/>
                  </a:solidFill>
                  <a:prstDash val="solid"/>
                  <a:bevel/>
                  <a:headEnd type="none" w="sm" len="sm"/>
                  <a:tailEnd type="none" w="sm" len="sm"/>
                </a:ln>
              </p:spPr>
              <p:txBody>
                <a:bodyPr spcFirstLastPara="1" wrap="square" lIns="96100" tIns="51100" rIns="96100" bIns="51100" anchor="ctr" anchorCtr="1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endParaRPr>
                </a:p>
              </p:txBody>
            </p:sp>
          </p:grpSp>
        </p:grpSp>
      </p:grpSp>
      <p:sp>
        <p:nvSpPr>
          <p:cNvPr id="161" name="Google Shape;161;p9"/>
          <p:cNvSpPr txBox="1">
            <a:spLocks noGrp="1"/>
          </p:cNvSpPr>
          <p:nvPr>
            <p:ph type="body" idx="1"/>
          </p:nvPr>
        </p:nvSpPr>
        <p:spPr>
          <a:xfrm>
            <a:off x="720000" y="1570575"/>
            <a:ext cx="4047000" cy="21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 panose="020B0606030504020204"/>
              <a:buChar char="-"/>
              <a:defRPr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 panose="020B0606030504020204"/>
              <a:buChar char="○"/>
              <a:defRPr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 panose="020B0606030504020204"/>
              <a:buChar char="■"/>
              <a:defRPr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 panose="020B0606030504020204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 panose="020B0606030504020204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 panose="020B0606030504020204"/>
              <a:buChar char="■"/>
              <a:defRPr/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 panose="020B0606030504020204"/>
              <a:buChar char="●"/>
              <a:defRPr/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 panose="020B0606030504020204"/>
              <a:buChar char="○"/>
              <a:defRPr/>
            </a:lvl8pPr>
            <a:lvl9pPr marL="4114800" lvl="8" indent="-2667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 panose="020B0606030504020204"/>
              <a:buChar char="■"/>
              <a:defRPr/>
            </a:lvl9pPr>
          </a:lstStyle>
          <a:p>
            <a:endParaRPr/>
          </a:p>
        </p:txBody>
      </p:sp>
      <p:sp>
        <p:nvSpPr>
          <p:cNvPr id="162" name="Google Shape;162;p9"/>
          <p:cNvSpPr txBox="1">
            <a:spLocks noGrp="1"/>
          </p:cNvSpPr>
          <p:nvPr>
            <p:ph type="title"/>
          </p:nvPr>
        </p:nvSpPr>
        <p:spPr>
          <a:xfrm>
            <a:off x="720000" y="67665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Google Shape;164;p10"/>
          <p:cNvGrpSpPr/>
          <p:nvPr/>
        </p:nvGrpSpPr>
        <p:grpSpPr>
          <a:xfrm>
            <a:off x="238125" y="238200"/>
            <a:ext cx="8667773" cy="4667101"/>
            <a:chOff x="238125" y="238200"/>
            <a:chExt cx="8667773" cy="4667101"/>
          </a:xfrm>
        </p:grpSpPr>
        <p:sp>
          <p:nvSpPr>
            <p:cNvPr id="165" name="Google Shape;165;p10"/>
            <p:cNvSpPr/>
            <p:nvPr/>
          </p:nvSpPr>
          <p:spPr>
            <a:xfrm>
              <a:off x="238125" y="238200"/>
              <a:ext cx="8667773" cy="4667101"/>
            </a:xfrm>
            <a:custGeom>
              <a:avLst/>
              <a:gdLst/>
              <a:ahLst/>
              <a:cxnLst/>
              <a:rect l="l" t="t" r="r" b="b"/>
              <a:pathLst>
                <a:path w="4122" h="3091" extrusionOk="0">
                  <a:moveTo>
                    <a:pt x="4122" y="3091"/>
                  </a:moveTo>
                  <a:lnTo>
                    <a:pt x="0" y="3091"/>
                  </a:lnTo>
                  <a:lnTo>
                    <a:pt x="0" y="0"/>
                  </a:lnTo>
                  <a:lnTo>
                    <a:pt x="4122" y="0"/>
                  </a:lnTo>
                  <a:lnTo>
                    <a:pt x="4122" y="3091"/>
                  </a:lnTo>
                  <a:close/>
                </a:path>
              </a:pathLst>
            </a:custGeom>
            <a:solidFill>
              <a:schemeClr val="lt2"/>
            </a:solidFill>
            <a:ln w="12600" cap="flat" cmpd="sng">
              <a:solidFill>
                <a:schemeClr val="dk1"/>
              </a:solidFill>
              <a:prstDash val="solid"/>
              <a:bevel/>
              <a:headEnd type="none" w="sm" len="sm"/>
              <a:tailEnd type="none" w="sm" len="sm"/>
            </a:ln>
            <a:effectLst>
              <a:outerShdw dist="114300" dir="3060000" algn="bl" rotWithShape="0">
                <a:schemeClr val="accent5"/>
              </a:outerShdw>
            </a:effectLst>
          </p:spPr>
          <p:txBody>
            <a:bodyPr spcFirstLastPara="1" wrap="square" lIns="96100" tIns="51100" rIns="96100" bIns="5110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6" name="Google Shape;166;p10"/>
            <p:cNvSpPr/>
            <p:nvPr/>
          </p:nvSpPr>
          <p:spPr>
            <a:xfrm>
              <a:off x="238126" y="691061"/>
              <a:ext cx="8667762" cy="163800"/>
            </a:xfrm>
            <a:custGeom>
              <a:avLst/>
              <a:gdLst/>
              <a:ahLst/>
              <a:cxnLst/>
              <a:rect l="l" t="t" r="r" b="b"/>
              <a:pathLst>
                <a:path w="4122" h="120000" extrusionOk="0">
                  <a:moveTo>
                    <a:pt x="0" y="0"/>
                  </a:moveTo>
                  <a:lnTo>
                    <a:pt x="4122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600" cap="flat" cmpd="sng">
              <a:solidFill>
                <a:schemeClr val="dk1"/>
              </a:solidFill>
              <a:prstDash val="solid"/>
              <a:bevel/>
              <a:headEnd type="none" w="sm" len="sm"/>
              <a:tailEnd type="none" w="sm" len="sm"/>
            </a:ln>
          </p:spPr>
          <p:txBody>
            <a:bodyPr spcFirstLastPara="1" wrap="square" lIns="96100" tIns="0" rIns="96100" bIns="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grpSp>
          <p:nvGrpSpPr>
            <p:cNvPr id="167" name="Google Shape;167;p10"/>
            <p:cNvGrpSpPr/>
            <p:nvPr/>
          </p:nvGrpSpPr>
          <p:grpSpPr>
            <a:xfrm>
              <a:off x="397155" y="400429"/>
              <a:ext cx="762108" cy="132273"/>
              <a:chOff x="854747" y="683821"/>
              <a:chExt cx="678575" cy="117775"/>
            </a:xfrm>
          </p:grpSpPr>
          <p:sp>
            <p:nvSpPr>
              <p:cNvPr id="168" name="Google Shape;168;p10"/>
              <p:cNvSpPr/>
              <p:nvPr/>
            </p:nvSpPr>
            <p:spPr>
              <a:xfrm>
                <a:off x="854747" y="683821"/>
                <a:ext cx="117777" cy="117775"/>
              </a:xfrm>
              <a:custGeom>
                <a:avLst/>
                <a:gdLst/>
                <a:ahLst/>
                <a:cxnLst/>
                <a:rect l="l" t="t" r="r" b="b"/>
                <a:pathLst>
                  <a:path w="131" h="131" extrusionOk="0">
                    <a:moveTo>
                      <a:pt x="131" y="65"/>
                    </a:moveTo>
                    <a:cubicBezTo>
                      <a:pt x="131" y="29"/>
                      <a:pt x="101" y="0"/>
                      <a:pt x="66" y="0"/>
                    </a:cubicBezTo>
                    <a:cubicBezTo>
                      <a:pt x="29" y="0"/>
                      <a:pt x="0" y="29"/>
                      <a:pt x="0" y="65"/>
                    </a:cubicBezTo>
                    <a:cubicBezTo>
                      <a:pt x="0" y="102"/>
                      <a:pt x="29" y="131"/>
                      <a:pt x="66" y="131"/>
                    </a:cubicBezTo>
                    <a:cubicBezTo>
                      <a:pt x="101" y="131"/>
                      <a:pt x="131" y="102"/>
                      <a:pt x="131" y="6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6100" tIns="0" rIns="96100" bIns="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169" name="Google Shape;169;p10"/>
              <p:cNvSpPr/>
              <p:nvPr/>
            </p:nvSpPr>
            <p:spPr>
              <a:xfrm>
                <a:off x="1134693" y="683821"/>
                <a:ext cx="117777" cy="117775"/>
              </a:xfrm>
              <a:custGeom>
                <a:avLst/>
                <a:gdLst/>
                <a:ahLst/>
                <a:cxnLst/>
                <a:rect l="l" t="t" r="r" b="b"/>
                <a:pathLst>
                  <a:path w="131" h="131" extrusionOk="0">
                    <a:moveTo>
                      <a:pt x="131" y="65"/>
                    </a:moveTo>
                    <a:cubicBezTo>
                      <a:pt x="131" y="29"/>
                      <a:pt x="102" y="0"/>
                      <a:pt x="66" y="0"/>
                    </a:cubicBezTo>
                    <a:cubicBezTo>
                      <a:pt x="29" y="0"/>
                      <a:pt x="0" y="29"/>
                      <a:pt x="0" y="65"/>
                    </a:cubicBezTo>
                    <a:cubicBezTo>
                      <a:pt x="0" y="102"/>
                      <a:pt x="29" y="131"/>
                      <a:pt x="66" y="131"/>
                    </a:cubicBezTo>
                    <a:cubicBezTo>
                      <a:pt x="102" y="131"/>
                      <a:pt x="131" y="102"/>
                      <a:pt x="131" y="6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6100" tIns="0" rIns="96100" bIns="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170" name="Google Shape;170;p10"/>
              <p:cNvSpPr/>
              <p:nvPr/>
            </p:nvSpPr>
            <p:spPr>
              <a:xfrm>
                <a:off x="1415545" y="683821"/>
                <a:ext cx="117777" cy="117775"/>
              </a:xfrm>
              <a:custGeom>
                <a:avLst/>
                <a:gdLst/>
                <a:ahLst/>
                <a:cxnLst/>
                <a:rect l="l" t="t" r="r" b="b"/>
                <a:pathLst>
                  <a:path w="131" h="131" extrusionOk="0">
                    <a:moveTo>
                      <a:pt x="131" y="65"/>
                    </a:moveTo>
                    <a:cubicBezTo>
                      <a:pt x="131" y="29"/>
                      <a:pt x="101" y="0"/>
                      <a:pt x="65" y="0"/>
                    </a:cubicBezTo>
                    <a:cubicBezTo>
                      <a:pt x="29" y="0"/>
                      <a:pt x="0" y="29"/>
                      <a:pt x="0" y="65"/>
                    </a:cubicBezTo>
                    <a:cubicBezTo>
                      <a:pt x="0" y="102"/>
                      <a:pt x="29" y="131"/>
                      <a:pt x="65" y="131"/>
                    </a:cubicBezTo>
                    <a:cubicBezTo>
                      <a:pt x="101" y="131"/>
                      <a:pt x="131" y="102"/>
                      <a:pt x="131" y="6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6100" tIns="0" rIns="96100" bIns="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  <p:grpSp>
          <p:nvGrpSpPr>
            <p:cNvPr id="171" name="Google Shape;171;p10"/>
            <p:cNvGrpSpPr/>
            <p:nvPr/>
          </p:nvGrpSpPr>
          <p:grpSpPr>
            <a:xfrm>
              <a:off x="8510002" y="352415"/>
              <a:ext cx="228440" cy="228440"/>
              <a:chOff x="4862880" y="3103920"/>
              <a:chExt cx="708121" cy="708121"/>
            </a:xfrm>
          </p:grpSpPr>
          <p:sp>
            <p:nvSpPr>
              <p:cNvPr id="172" name="Google Shape;172;p10"/>
              <p:cNvSpPr/>
              <p:nvPr/>
            </p:nvSpPr>
            <p:spPr>
              <a:xfrm>
                <a:off x="4862880" y="3103920"/>
                <a:ext cx="708121" cy="708121"/>
              </a:xfrm>
              <a:custGeom>
                <a:avLst/>
                <a:gdLst/>
                <a:ahLst/>
                <a:cxnLst/>
                <a:rect l="l" t="t" r="r" b="b"/>
                <a:pathLst>
                  <a:path w="1968" h="1968" extrusionOk="0">
                    <a:moveTo>
                      <a:pt x="1968" y="0"/>
                    </a:moveTo>
                    <a:lnTo>
                      <a:pt x="0" y="0"/>
                    </a:lnTo>
                    <a:lnTo>
                      <a:pt x="0" y="1968"/>
                    </a:lnTo>
                    <a:lnTo>
                      <a:pt x="1968" y="1968"/>
                    </a:lnTo>
                    <a:lnTo>
                      <a:pt x="1968" y="0"/>
                    </a:lnTo>
                    <a:close/>
                  </a:path>
                </a:pathLst>
              </a:custGeom>
              <a:noFill/>
              <a:ln w="12600" cap="flat" cmpd="sng">
                <a:solidFill>
                  <a:schemeClr val="dk1"/>
                </a:solidFill>
                <a:prstDash val="solid"/>
                <a:bevel/>
                <a:headEnd type="none" w="sm" len="sm"/>
                <a:tailEnd type="none" w="sm" len="sm"/>
              </a:ln>
            </p:spPr>
            <p:txBody>
              <a:bodyPr spcFirstLastPara="1" wrap="square" lIns="96100" tIns="51100" rIns="96100" bIns="5110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grpSp>
            <p:nvGrpSpPr>
              <p:cNvPr id="173" name="Google Shape;173;p10"/>
              <p:cNvGrpSpPr/>
              <p:nvPr/>
            </p:nvGrpSpPr>
            <p:grpSpPr>
              <a:xfrm>
                <a:off x="4862880" y="3103920"/>
                <a:ext cx="708121" cy="708121"/>
                <a:chOff x="4862880" y="3103920"/>
                <a:chExt cx="708121" cy="708121"/>
              </a:xfrm>
            </p:grpSpPr>
            <p:sp>
              <p:nvSpPr>
                <p:cNvPr id="174" name="Google Shape;174;p10"/>
                <p:cNvSpPr/>
                <p:nvPr/>
              </p:nvSpPr>
              <p:spPr>
                <a:xfrm>
                  <a:off x="4862880" y="3103920"/>
                  <a:ext cx="708121" cy="7081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8" h="1968" extrusionOk="0">
                      <a:moveTo>
                        <a:pt x="0" y="0"/>
                      </a:moveTo>
                      <a:lnTo>
                        <a:pt x="1968" y="19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12600" cap="flat" cmpd="sng">
                  <a:solidFill>
                    <a:schemeClr val="dk1"/>
                  </a:solidFill>
                  <a:prstDash val="solid"/>
                  <a:bevel/>
                  <a:headEnd type="none" w="sm" len="sm"/>
                  <a:tailEnd type="none" w="sm" len="sm"/>
                </a:ln>
              </p:spPr>
              <p:txBody>
                <a:bodyPr spcFirstLastPara="1" wrap="square" lIns="96100" tIns="51100" rIns="96100" bIns="51100" anchor="ctr" anchorCtr="1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endParaRPr>
                </a:p>
              </p:txBody>
            </p:sp>
            <p:sp>
              <p:nvSpPr>
                <p:cNvPr id="175" name="Google Shape;175;p10"/>
                <p:cNvSpPr/>
                <p:nvPr/>
              </p:nvSpPr>
              <p:spPr>
                <a:xfrm>
                  <a:off x="4862880" y="3103920"/>
                  <a:ext cx="708121" cy="7081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8" h="1968" extrusionOk="0">
                      <a:moveTo>
                        <a:pt x="1968" y="0"/>
                      </a:moveTo>
                      <a:lnTo>
                        <a:pt x="0" y="1968"/>
                      </a:lnTo>
                      <a:lnTo>
                        <a:pt x="1968" y="0"/>
                      </a:lnTo>
                      <a:close/>
                    </a:path>
                  </a:pathLst>
                </a:custGeom>
                <a:noFill/>
                <a:ln w="12600" cap="flat" cmpd="sng">
                  <a:solidFill>
                    <a:schemeClr val="dk1"/>
                  </a:solidFill>
                  <a:prstDash val="solid"/>
                  <a:bevel/>
                  <a:headEnd type="none" w="sm" len="sm"/>
                  <a:tailEnd type="none" w="sm" len="sm"/>
                </a:ln>
              </p:spPr>
              <p:txBody>
                <a:bodyPr spcFirstLastPara="1" wrap="square" lIns="96100" tIns="51100" rIns="96100" bIns="51100" anchor="ctr" anchorCtr="1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endParaRPr>
                </a:p>
              </p:txBody>
            </p:sp>
          </p:grpSp>
        </p:grpSp>
      </p:grpSp>
      <p:sp>
        <p:nvSpPr>
          <p:cNvPr id="176" name="Google Shape;176;p10"/>
          <p:cNvSpPr txBox="1">
            <a:spLocks noGrp="1"/>
          </p:cNvSpPr>
          <p:nvPr>
            <p:ph type="body" idx="1"/>
          </p:nvPr>
        </p:nvSpPr>
        <p:spPr>
          <a:xfrm>
            <a:off x="1439250" y="3811325"/>
            <a:ext cx="6265500" cy="6051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1_1"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7" name="Google Shape;417;p19"/>
          <p:cNvGrpSpPr/>
          <p:nvPr/>
        </p:nvGrpSpPr>
        <p:grpSpPr>
          <a:xfrm>
            <a:off x="238125" y="238200"/>
            <a:ext cx="8667773" cy="4667101"/>
            <a:chOff x="238125" y="238200"/>
            <a:chExt cx="8667773" cy="4667101"/>
          </a:xfrm>
        </p:grpSpPr>
        <p:sp>
          <p:nvSpPr>
            <p:cNvPr id="418" name="Google Shape;418;p19"/>
            <p:cNvSpPr/>
            <p:nvPr/>
          </p:nvSpPr>
          <p:spPr>
            <a:xfrm>
              <a:off x="238125" y="238200"/>
              <a:ext cx="8667773" cy="4667101"/>
            </a:xfrm>
            <a:custGeom>
              <a:avLst/>
              <a:gdLst/>
              <a:ahLst/>
              <a:cxnLst/>
              <a:rect l="l" t="t" r="r" b="b"/>
              <a:pathLst>
                <a:path w="4122" h="3091" extrusionOk="0">
                  <a:moveTo>
                    <a:pt x="4122" y="3091"/>
                  </a:moveTo>
                  <a:lnTo>
                    <a:pt x="0" y="3091"/>
                  </a:lnTo>
                  <a:lnTo>
                    <a:pt x="0" y="0"/>
                  </a:lnTo>
                  <a:lnTo>
                    <a:pt x="4122" y="0"/>
                  </a:lnTo>
                  <a:lnTo>
                    <a:pt x="4122" y="3091"/>
                  </a:lnTo>
                  <a:close/>
                </a:path>
              </a:pathLst>
            </a:custGeom>
            <a:solidFill>
              <a:schemeClr val="lt2"/>
            </a:solidFill>
            <a:ln w="12600" cap="flat" cmpd="sng">
              <a:solidFill>
                <a:schemeClr val="dk1"/>
              </a:solidFill>
              <a:prstDash val="solid"/>
              <a:bevel/>
              <a:headEnd type="none" w="sm" len="sm"/>
              <a:tailEnd type="none" w="sm" len="sm"/>
            </a:ln>
            <a:effectLst>
              <a:outerShdw dist="114300" dir="3060000" algn="bl" rotWithShape="0">
                <a:schemeClr val="accent5"/>
              </a:outerShdw>
            </a:effectLst>
          </p:spPr>
          <p:txBody>
            <a:bodyPr spcFirstLastPara="1" wrap="square" lIns="96100" tIns="51100" rIns="96100" bIns="5110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19" name="Google Shape;419;p19"/>
            <p:cNvSpPr/>
            <p:nvPr/>
          </p:nvSpPr>
          <p:spPr>
            <a:xfrm>
              <a:off x="238126" y="691061"/>
              <a:ext cx="8667762" cy="163800"/>
            </a:xfrm>
            <a:custGeom>
              <a:avLst/>
              <a:gdLst/>
              <a:ahLst/>
              <a:cxnLst/>
              <a:rect l="l" t="t" r="r" b="b"/>
              <a:pathLst>
                <a:path w="4122" h="120000" extrusionOk="0">
                  <a:moveTo>
                    <a:pt x="0" y="0"/>
                  </a:moveTo>
                  <a:lnTo>
                    <a:pt x="4122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600" cap="flat" cmpd="sng">
              <a:solidFill>
                <a:schemeClr val="dk1"/>
              </a:solidFill>
              <a:prstDash val="solid"/>
              <a:bevel/>
              <a:headEnd type="none" w="sm" len="sm"/>
              <a:tailEnd type="none" w="sm" len="sm"/>
            </a:ln>
          </p:spPr>
          <p:txBody>
            <a:bodyPr spcFirstLastPara="1" wrap="square" lIns="96100" tIns="0" rIns="96100" bIns="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grpSp>
          <p:nvGrpSpPr>
            <p:cNvPr id="420" name="Google Shape;420;p19"/>
            <p:cNvGrpSpPr/>
            <p:nvPr/>
          </p:nvGrpSpPr>
          <p:grpSpPr>
            <a:xfrm>
              <a:off x="397155" y="400429"/>
              <a:ext cx="762108" cy="132273"/>
              <a:chOff x="854747" y="683821"/>
              <a:chExt cx="678575" cy="117775"/>
            </a:xfrm>
          </p:grpSpPr>
          <p:sp>
            <p:nvSpPr>
              <p:cNvPr id="421" name="Google Shape;421;p19"/>
              <p:cNvSpPr/>
              <p:nvPr/>
            </p:nvSpPr>
            <p:spPr>
              <a:xfrm>
                <a:off x="854747" y="683821"/>
                <a:ext cx="117777" cy="117775"/>
              </a:xfrm>
              <a:custGeom>
                <a:avLst/>
                <a:gdLst/>
                <a:ahLst/>
                <a:cxnLst/>
                <a:rect l="l" t="t" r="r" b="b"/>
                <a:pathLst>
                  <a:path w="131" h="131" extrusionOk="0">
                    <a:moveTo>
                      <a:pt x="131" y="65"/>
                    </a:moveTo>
                    <a:cubicBezTo>
                      <a:pt x="131" y="29"/>
                      <a:pt x="101" y="0"/>
                      <a:pt x="66" y="0"/>
                    </a:cubicBezTo>
                    <a:cubicBezTo>
                      <a:pt x="29" y="0"/>
                      <a:pt x="0" y="29"/>
                      <a:pt x="0" y="65"/>
                    </a:cubicBezTo>
                    <a:cubicBezTo>
                      <a:pt x="0" y="102"/>
                      <a:pt x="29" y="131"/>
                      <a:pt x="66" y="131"/>
                    </a:cubicBezTo>
                    <a:cubicBezTo>
                      <a:pt x="101" y="131"/>
                      <a:pt x="131" y="102"/>
                      <a:pt x="131" y="6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6100" tIns="0" rIns="96100" bIns="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422" name="Google Shape;422;p19"/>
              <p:cNvSpPr/>
              <p:nvPr/>
            </p:nvSpPr>
            <p:spPr>
              <a:xfrm>
                <a:off x="1134693" y="683821"/>
                <a:ext cx="117777" cy="117775"/>
              </a:xfrm>
              <a:custGeom>
                <a:avLst/>
                <a:gdLst/>
                <a:ahLst/>
                <a:cxnLst/>
                <a:rect l="l" t="t" r="r" b="b"/>
                <a:pathLst>
                  <a:path w="131" h="131" extrusionOk="0">
                    <a:moveTo>
                      <a:pt x="131" y="65"/>
                    </a:moveTo>
                    <a:cubicBezTo>
                      <a:pt x="131" y="29"/>
                      <a:pt x="102" y="0"/>
                      <a:pt x="66" y="0"/>
                    </a:cubicBezTo>
                    <a:cubicBezTo>
                      <a:pt x="29" y="0"/>
                      <a:pt x="0" y="29"/>
                      <a:pt x="0" y="65"/>
                    </a:cubicBezTo>
                    <a:cubicBezTo>
                      <a:pt x="0" y="102"/>
                      <a:pt x="29" y="131"/>
                      <a:pt x="66" y="131"/>
                    </a:cubicBezTo>
                    <a:cubicBezTo>
                      <a:pt x="102" y="131"/>
                      <a:pt x="131" y="102"/>
                      <a:pt x="131" y="6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6100" tIns="0" rIns="96100" bIns="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423" name="Google Shape;423;p19"/>
              <p:cNvSpPr/>
              <p:nvPr/>
            </p:nvSpPr>
            <p:spPr>
              <a:xfrm>
                <a:off x="1415545" y="683821"/>
                <a:ext cx="117777" cy="117775"/>
              </a:xfrm>
              <a:custGeom>
                <a:avLst/>
                <a:gdLst/>
                <a:ahLst/>
                <a:cxnLst/>
                <a:rect l="l" t="t" r="r" b="b"/>
                <a:pathLst>
                  <a:path w="131" h="131" extrusionOk="0">
                    <a:moveTo>
                      <a:pt x="131" y="65"/>
                    </a:moveTo>
                    <a:cubicBezTo>
                      <a:pt x="131" y="29"/>
                      <a:pt x="101" y="0"/>
                      <a:pt x="65" y="0"/>
                    </a:cubicBezTo>
                    <a:cubicBezTo>
                      <a:pt x="29" y="0"/>
                      <a:pt x="0" y="29"/>
                      <a:pt x="0" y="65"/>
                    </a:cubicBezTo>
                    <a:cubicBezTo>
                      <a:pt x="0" y="102"/>
                      <a:pt x="29" y="131"/>
                      <a:pt x="65" y="131"/>
                    </a:cubicBezTo>
                    <a:cubicBezTo>
                      <a:pt x="101" y="131"/>
                      <a:pt x="131" y="102"/>
                      <a:pt x="131" y="6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6100" tIns="0" rIns="96100" bIns="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  <p:grpSp>
          <p:nvGrpSpPr>
            <p:cNvPr id="424" name="Google Shape;424;p19"/>
            <p:cNvGrpSpPr/>
            <p:nvPr/>
          </p:nvGrpSpPr>
          <p:grpSpPr>
            <a:xfrm>
              <a:off x="8510002" y="352415"/>
              <a:ext cx="228440" cy="228440"/>
              <a:chOff x="4862880" y="3103920"/>
              <a:chExt cx="708121" cy="708121"/>
            </a:xfrm>
          </p:grpSpPr>
          <p:sp>
            <p:nvSpPr>
              <p:cNvPr id="425" name="Google Shape;425;p19"/>
              <p:cNvSpPr/>
              <p:nvPr/>
            </p:nvSpPr>
            <p:spPr>
              <a:xfrm>
                <a:off x="4862880" y="3103920"/>
                <a:ext cx="708121" cy="708121"/>
              </a:xfrm>
              <a:custGeom>
                <a:avLst/>
                <a:gdLst/>
                <a:ahLst/>
                <a:cxnLst/>
                <a:rect l="l" t="t" r="r" b="b"/>
                <a:pathLst>
                  <a:path w="1968" h="1968" extrusionOk="0">
                    <a:moveTo>
                      <a:pt x="1968" y="0"/>
                    </a:moveTo>
                    <a:lnTo>
                      <a:pt x="0" y="0"/>
                    </a:lnTo>
                    <a:lnTo>
                      <a:pt x="0" y="1968"/>
                    </a:lnTo>
                    <a:lnTo>
                      <a:pt x="1968" y="1968"/>
                    </a:lnTo>
                    <a:lnTo>
                      <a:pt x="1968" y="0"/>
                    </a:lnTo>
                    <a:close/>
                  </a:path>
                </a:pathLst>
              </a:custGeom>
              <a:noFill/>
              <a:ln w="12600" cap="flat" cmpd="sng">
                <a:solidFill>
                  <a:schemeClr val="dk1"/>
                </a:solidFill>
                <a:prstDash val="solid"/>
                <a:bevel/>
                <a:headEnd type="none" w="sm" len="sm"/>
                <a:tailEnd type="none" w="sm" len="sm"/>
              </a:ln>
            </p:spPr>
            <p:txBody>
              <a:bodyPr spcFirstLastPara="1" wrap="square" lIns="96100" tIns="51100" rIns="96100" bIns="5110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grpSp>
            <p:nvGrpSpPr>
              <p:cNvPr id="426" name="Google Shape;426;p19"/>
              <p:cNvGrpSpPr/>
              <p:nvPr/>
            </p:nvGrpSpPr>
            <p:grpSpPr>
              <a:xfrm>
                <a:off x="4862880" y="3103920"/>
                <a:ext cx="708121" cy="708121"/>
                <a:chOff x="4862880" y="3103920"/>
                <a:chExt cx="708121" cy="708121"/>
              </a:xfrm>
            </p:grpSpPr>
            <p:sp>
              <p:nvSpPr>
                <p:cNvPr id="427" name="Google Shape;427;p19"/>
                <p:cNvSpPr/>
                <p:nvPr/>
              </p:nvSpPr>
              <p:spPr>
                <a:xfrm>
                  <a:off x="4862880" y="3103920"/>
                  <a:ext cx="708121" cy="7081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8" h="1968" extrusionOk="0">
                      <a:moveTo>
                        <a:pt x="0" y="0"/>
                      </a:moveTo>
                      <a:lnTo>
                        <a:pt x="1968" y="19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12600" cap="flat" cmpd="sng">
                  <a:solidFill>
                    <a:schemeClr val="dk1"/>
                  </a:solidFill>
                  <a:prstDash val="solid"/>
                  <a:bevel/>
                  <a:headEnd type="none" w="sm" len="sm"/>
                  <a:tailEnd type="none" w="sm" len="sm"/>
                </a:ln>
              </p:spPr>
              <p:txBody>
                <a:bodyPr spcFirstLastPara="1" wrap="square" lIns="96100" tIns="51100" rIns="96100" bIns="51100" anchor="ctr" anchorCtr="1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endParaRPr>
                </a:p>
              </p:txBody>
            </p:sp>
            <p:sp>
              <p:nvSpPr>
                <p:cNvPr id="428" name="Google Shape;428;p19"/>
                <p:cNvSpPr/>
                <p:nvPr/>
              </p:nvSpPr>
              <p:spPr>
                <a:xfrm>
                  <a:off x="4862880" y="3103920"/>
                  <a:ext cx="708121" cy="7081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8" h="1968" extrusionOk="0">
                      <a:moveTo>
                        <a:pt x="1968" y="0"/>
                      </a:moveTo>
                      <a:lnTo>
                        <a:pt x="0" y="1968"/>
                      </a:lnTo>
                      <a:lnTo>
                        <a:pt x="1968" y="0"/>
                      </a:lnTo>
                      <a:close/>
                    </a:path>
                  </a:pathLst>
                </a:custGeom>
                <a:noFill/>
                <a:ln w="12600" cap="flat" cmpd="sng">
                  <a:solidFill>
                    <a:schemeClr val="dk1"/>
                  </a:solidFill>
                  <a:prstDash val="solid"/>
                  <a:bevel/>
                  <a:headEnd type="none" w="sm" len="sm"/>
                  <a:tailEnd type="none" w="sm" len="sm"/>
                </a:ln>
              </p:spPr>
              <p:txBody>
                <a:bodyPr spcFirstLastPara="1" wrap="square" lIns="96100" tIns="51100" rIns="96100" bIns="51100" anchor="ctr" anchorCtr="1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endParaRPr>
                </a:p>
              </p:txBody>
            </p:sp>
          </p:grpSp>
        </p:grpSp>
      </p:grpSp>
      <p:sp>
        <p:nvSpPr>
          <p:cNvPr id="429" name="Google Shape;429;p19"/>
          <p:cNvSpPr txBox="1">
            <a:spLocks noGrp="1"/>
          </p:cNvSpPr>
          <p:nvPr>
            <p:ph type="title"/>
          </p:nvPr>
        </p:nvSpPr>
        <p:spPr>
          <a:xfrm>
            <a:off x="720000" y="6736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430" name="Google Shape;430;p19"/>
          <p:cNvGrpSpPr/>
          <p:nvPr/>
        </p:nvGrpSpPr>
        <p:grpSpPr>
          <a:xfrm flipH="1">
            <a:off x="8576765" y="2667863"/>
            <a:ext cx="512280" cy="783720"/>
            <a:chOff x="585290" y="1686913"/>
            <a:chExt cx="512280" cy="783720"/>
          </a:xfrm>
        </p:grpSpPr>
        <p:sp>
          <p:nvSpPr>
            <p:cNvPr id="431" name="Google Shape;431;p19"/>
            <p:cNvSpPr/>
            <p:nvPr/>
          </p:nvSpPr>
          <p:spPr>
            <a:xfrm>
              <a:off x="585290" y="1686913"/>
              <a:ext cx="171720" cy="195840"/>
            </a:xfrm>
            <a:custGeom>
              <a:avLst/>
              <a:gdLst/>
              <a:ahLst/>
              <a:cxnLst/>
              <a:rect l="l" t="t" r="r" b="b"/>
              <a:pathLst>
                <a:path w="477" h="544" extrusionOk="0">
                  <a:moveTo>
                    <a:pt x="477" y="0"/>
                  </a:moveTo>
                  <a:lnTo>
                    <a:pt x="0" y="0"/>
                  </a:lnTo>
                  <a:lnTo>
                    <a:pt x="0" y="544"/>
                  </a:lnTo>
                  <a:lnTo>
                    <a:pt x="477" y="544"/>
                  </a:lnTo>
                  <a:lnTo>
                    <a:pt x="47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32" name="Google Shape;432;p19"/>
            <p:cNvSpPr/>
            <p:nvPr/>
          </p:nvSpPr>
          <p:spPr>
            <a:xfrm>
              <a:off x="585290" y="1882753"/>
              <a:ext cx="171720" cy="196200"/>
            </a:xfrm>
            <a:custGeom>
              <a:avLst/>
              <a:gdLst/>
              <a:ahLst/>
              <a:cxnLst/>
              <a:rect l="l" t="t" r="r" b="b"/>
              <a:pathLst>
                <a:path w="477" h="545" extrusionOk="0">
                  <a:moveTo>
                    <a:pt x="477" y="0"/>
                  </a:moveTo>
                  <a:lnTo>
                    <a:pt x="0" y="0"/>
                  </a:lnTo>
                  <a:lnTo>
                    <a:pt x="0" y="545"/>
                  </a:lnTo>
                  <a:lnTo>
                    <a:pt x="477" y="545"/>
                  </a:lnTo>
                  <a:lnTo>
                    <a:pt x="4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33" name="Google Shape;433;p19"/>
            <p:cNvSpPr/>
            <p:nvPr/>
          </p:nvSpPr>
          <p:spPr>
            <a:xfrm>
              <a:off x="585290" y="2078953"/>
              <a:ext cx="171720" cy="195840"/>
            </a:xfrm>
            <a:custGeom>
              <a:avLst/>
              <a:gdLst/>
              <a:ahLst/>
              <a:cxnLst/>
              <a:rect l="l" t="t" r="r" b="b"/>
              <a:pathLst>
                <a:path w="477" h="544" extrusionOk="0">
                  <a:moveTo>
                    <a:pt x="477" y="0"/>
                  </a:moveTo>
                  <a:lnTo>
                    <a:pt x="0" y="0"/>
                  </a:lnTo>
                  <a:lnTo>
                    <a:pt x="0" y="544"/>
                  </a:lnTo>
                  <a:lnTo>
                    <a:pt x="477" y="544"/>
                  </a:lnTo>
                  <a:lnTo>
                    <a:pt x="47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34" name="Google Shape;434;p19"/>
            <p:cNvSpPr/>
            <p:nvPr/>
          </p:nvSpPr>
          <p:spPr>
            <a:xfrm>
              <a:off x="585290" y="2274793"/>
              <a:ext cx="171720" cy="195840"/>
            </a:xfrm>
            <a:custGeom>
              <a:avLst/>
              <a:gdLst/>
              <a:ahLst/>
              <a:cxnLst/>
              <a:rect l="l" t="t" r="r" b="b"/>
              <a:pathLst>
                <a:path w="477" h="544" extrusionOk="0">
                  <a:moveTo>
                    <a:pt x="477" y="0"/>
                  </a:moveTo>
                  <a:lnTo>
                    <a:pt x="0" y="0"/>
                  </a:lnTo>
                  <a:lnTo>
                    <a:pt x="0" y="544"/>
                  </a:lnTo>
                  <a:lnTo>
                    <a:pt x="477" y="544"/>
                  </a:lnTo>
                  <a:lnTo>
                    <a:pt x="4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grpSp>
          <p:nvGrpSpPr>
            <p:cNvPr id="435" name="Google Shape;435;p19"/>
            <p:cNvGrpSpPr/>
            <p:nvPr/>
          </p:nvGrpSpPr>
          <p:grpSpPr>
            <a:xfrm>
              <a:off x="688970" y="1749913"/>
              <a:ext cx="408600" cy="485280"/>
              <a:chOff x="7171920" y="1188000"/>
              <a:chExt cx="408600" cy="485280"/>
            </a:xfrm>
          </p:grpSpPr>
          <p:sp>
            <p:nvSpPr>
              <p:cNvPr id="436" name="Google Shape;436;p19"/>
              <p:cNvSpPr/>
              <p:nvPr/>
            </p:nvSpPr>
            <p:spPr>
              <a:xfrm>
                <a:off x="7171920" y="1310400"/>
                <a:ext cx="306720" cy="362880"/>
              </a:xfrm>
              <a:custGeom>
                <a:avLst/>
                <a:gdLst/>
                <a:ahLst/>
                <a:cxnLst/>
                <a:rect l="l" t="t" r="r" b="b"/>
                <a:pathLst>
                  <a:path w="852" h="1008" extrusionOk="0">
                    <a:moveTo>
                      <a:pt x="52" y="979"/>
                    </a:moveTo>
                    <a:lnTo>
                      <a:pt x="29" y="954"/>
                    </a:lnTo>
                    <a:cubicBezTo>
                      <a:pt x="-9" y="914"/>
                      <a:pt x="-10" y="847"/>
                      <a:pt x="25" y="805"/>
                    </a:cubicBezTo>
                    <a:lnTo>
                      <a:pt x="689" y="8"/>
                    </a:lnTo>
                    <a:cubicBezTo>
                      <a:pt x="697" y="-2"/>
                      <a:pt x="710" y="-2"/>
                      <a:pt x="719" y="7"/>
                    </a:cubicBezTo>
                    <a:lnTo>
                      <a:pt x="846" y="144"/>
                    </a:lnTo>
                    <a:cubicBezTo>
                      <a:pt x="854" y="153"/>
                      <a:pt x="854" y="168"/>
                      <a:pt x="846" y="178"/>
                    </a:cubicBezTo>
                    <a:lnTo>
                      <a:pt x="182" y="975"/>
                    </a:lnTo>
                    <a:cubicBezTo>
                      <a:pt x="147" y="1018"/>
                      <a:pt x="89" y="1019"/>
                      <a:pt x="52" y="979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bevel/>
                <a:headEnd type="none" w="sm" len="sm"/>
                <a:tailEnd type="none" w="sm" len="sm"/>
              </a:ln>
            </p:spPr>
            <p:txBody>
              <a:bodyPr spcFirstLastPara="1" wrap="square" lIns="92875" tIns="47875" rIns="92875" bIns="478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437" name="Google Shape;437;p19"/>
              <p:cNvSpPr/>
              <p:nvPr/>
            </p:nvSpPr>
            <p:spPr>
              <a:xfrm>
                <a:off x="7371000" y="1272600"/>
                <a:ext cx="147240" cy="159480"/>
              </a:xfrm>
              <a:custGeom>
                <a:avLst/>
                <a:gdLst/>
                <a:ahLst/>
                <a:cxnLst/>
                <a:rect l="l" t="t" r="r" b="b"/>
                <a:pathLst>
                  <a:path w="409" h="443" extrusionOk="0">
                    <a:moveTo>
                      <a:pt x="0" y="0"/>
                    </a:moveTo>
                    <a:lnTo>
                      <a:pt x="409" y="443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bevel/>
                <a:headEnd type="none" w="sm" len="sm"/>
                <a:tailEnd type="none" w="sm" len="sm"/>
              </a:ln>
            </p:spPr>
            <p:txBody>
              <a:bodyPr spcFirstLastPara="1" wrap="square" lIns="92875" tIns="47875" rIns="92875" bIns="478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438" name="Google Shape;438;p19"/>
              <p:cNvSpPr/>
              <p:nvPr/>
            </p:nvSpPr>
            <p:spPr>
              <a:xfrm>
                <a:off x="7408080" y="1188000"/>
                <a:ext cx="172440" cy="199800"/>
              </a:xfrm>
              <a:custGeom>
                <a:avLst/>
                <a:gdLst/>
                <a:ahLst/>
                <a:cxnLst/>
                <a:rect l="l" t="t" r="r" b="b"/>
                <a:pathLst>
                  <a:path w="479" h="555" extrusionOk="0">
                    <a:moveTo>
                      <a:pt x="193" y="555"/>
                    </a:moveTo>
                    <a:lnTo>
                      <a:pt x="0" y="347"/>
                    </a:lnTo>
                    <a:lnTo>
                      <a:pt x="255" y="40"/>
                    </a:lnTo>
                    <a:cubicBezTo>
                      <a:pt x="299" y="-12"/>
                      <a:pt x="370" y="-14"/>
                      <a:pt x="416" y="36"/>
                    </a:cubicBezTo>
                    <a:lnTo>
                      <a:pt x="444" y="66"/>
                    </a:lnTo>
                    <a:cubicBezTo>
                      <a:pt x="490" y="115"/>
                      <a:pt x="491" y="197"/>
                      <a:pt x="448" y="249"/>
                    </a:cubicBezTo>
                    <a:lnTo>
                      <a:pt x="193" y="55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</p:grpSp>
      <p:grpSp>
        <p:nvGrpSpPr>
          <p:cNvPr id="439" name="Google Shape;439;p19"/>
          <p:cNvGrpSpPr/>
          <p:nvPr/>
        </p:nvGrpSpPr>
        <p:grpSpPr>
          <a:xfrm>
            <a:off x="414905" y="790340"/>
            <a:ext cx="122400" cy="729000"/>
            <a:chOff x="5663880" y="1684440"/>
            <a:chExt cx="122400" cy="729000"/>
          </a:xfrm>
        </p:grpSpPr>
        <p:sp>
          <p:nvSpPr>
            <p:cNvPr id="440" name="Google Shape;440;p19"/>
            <p:cNvSpPr/>
            <p:nvPr/>
          </p:nvSpPr>
          <p:spPr>
            <a:xfrm>
              <a:off x="5715360" y="1684440"/>
              <a:ext cx="0" cy="729000"/>
            </a:xfrm>
            <a:custGeom>
              <a:avLst/>
              <a:gdLst/>
              <a:ahLst/>
              <a:cxnLst/>
              <a:rect l="l" t="t" r="r" b="b"/>
              <a:pathLst>
                <a:path w="120000" h="2025" extrusionOk="0">
                  <a:moveTo>
                    <a:pt x="0" y="0"/>
                  </a:moveTo>
                  <a:lnTo>
                    <a:pt x="0" y="2025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bevel/>
              <a:headEnd type="none" w="sm" len="sm"/>
              <a:tailEnd type="none" w="sm" len="sm"/>
            </a:ln>
          </p:spPr>
          <p:txBody>
            <a:bodyPr spcFirstLastPara="1" wrap="square" lIns="92875" tIns="47875" rIns="92875" bIns="478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41" name="Google Shape;441;p19"/>
            <p:cNvSpPr/>
            <p:nvPr/>
          </p:nvSpPr>
          <p:spPr>
            <a:xfrm>
              <a:off x="5683320" y="2183400"/>
              <a:ext cx="102960" cy="102960"/>
            </a:xfrm>
            <a:custGeom>
              <a:avLst/>
              <a:gdLst/>
              <a:ahLst/>
              <a:cxnLst/>
              <a:rect l="l" t="t" r="r" b="b"/>
              <a:pathLst>
                <a:path w="286" h="286" extrusionOk="0">
                  <a:moveTo>
                    <a:pt x="286" y="143"/>
                  </a:moveTo>
                  <a:cubicBezTo>
                    <a:pt x="286" y="64"/>
                    <a:pt x="222" y="0"/>
                    <a:pt x="143" y="0"/>
                  </a:cubicBezTo>
                  <a:cubicBezTo>
                    <a:pt x="64" y="0"/>
                    <a:pt x="0" y="64"/>
                    <a:pt x="0" y="143"/>
                  </a:cubicBezTo>
                  <a:cubicBezTo>
                    <a:pt x="0" y="221"/>
                    <a:pt x="64" y="286"/>
                    <a:pt x="143" y="286"/>
                  </a:cubicBezTo>
                  <a:cubicBezTo>
                    <a:pt x="222" y="286"/>
                    <a:pt x="286" y="221"/>
                    <a:pt x="286" y="1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42" name="Google Shape;442;p19"/>
            <p:cNvSpPr/>
            <p:nvPr/>
          </p:nvSpPr>
          <p:spPr>
            <a:xfrm>
              <a:off x="5663880" y="2163600"/>
              <a:ext cx="102960" cy="102960"/>
            </a:xfrm>
            <a:custGeom>
              <a:avLst/>
              <a:gdLst/>
              <a:ahLst/>
              <a:cxnLst/>
              <a:rect l="l" t="t" r="r" b="b"/>
              <a:pathLst>
                <a:path w="286" h="286" extrusionOk="0">
                  <a:moveTo>
                    <a:pt x="286" y="143"/>
                  </a:moveTo>
                  <a:cubicBezTo>
                    <a:pt x="286" y="65"/>
                    <a:pt x="222" y="0"/>
                    <a:pt x="143" y="0"/>
                  </a:cubicBezTo>
                  <a:cubicBezTo>
                    <a:pt x="64" y="0"/>
                    <a:pt x="0" y="65"/>
                    <a:pt x="0" y="143"/>
                  </a:cubicBezTo>
                  <a:cubicBezTo>
                    <a:pt x="0" y="223"/>
                    <a:pt x="64" y="286"/>
                    <a:pt x="143" y="286"/>
                  </a:cubicBezTo>
                  <a:cubicBezTo>
                    <a:pt x="222" y="286"/>
                    <a:pt x="286" y="223"/>
                    <a:pt x="286" y="14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4" name="Google Shape;444;p20"/>
          <p:cNvGrpSpPr/>
          <p:nvPr/>
        </p:nvGrpSpPr>
        <p:grpSpPr>
          <a:xfrm>
            <a:off x="238125" y="238200"/>
            <a:ext cx="8667773" cy="4667101"/>
            <a:chOff x="238125" y="238200"/>
            <a:chExt cx="8667773" cy="4667101"/>
          </a:xfrm>
        </p:grpSpPr>
        <p:sp>
          <p:nvSpPr>
            <p:cNvPr id="445" name="Google Shape;445;p20"/>
            <p:cNvSpPr/>
            <p:nvPr/>
          </p:nvSpPr>
          <p:spPr>
            <a:xfrm>
              <a:off x="238125" y="238200"/>
              <a:ext cx="8667773" cy="4667101"/>
            </a:xfrm>
            <a:custGeom>
              <a:avLst/>
              <a:gdLst/>
              <a:ahLst/>
              <a:cxnLst/>
              <a:rect l="l" t="t" r="r" b="b"/>
              <a:pathLst>
                <a:path w="4122" h="3091" extrusionOk="0">
                  <a:moveTo>
                    <a:pt x="4122" y="3091"/>
                  </a:moveTo>
                  <a:lnTo>
                    <a:pt x="0" y="3091"/>
                  </a:lnTo>
                  <a:lnTo>
                    <a:pt x="0" y="0"/>
                  </a:lnTo>
                  <a:lnTo>
                    <a:pt x="4122" y="0"/>
                  </a:lnTo>
                  <a:lnTo>
                    <a:pt x="4122" y="3091"/>
                  </a:lnTo>
                  <a:close/>
                </a:path>
              </a:pathLst>
            </a:custGeom>
            <a:solidFill>
              <a:schemeClr val="lt2"/>
            </a:solidFill>
            <a:ln w="12600" cap="flat" cmpd="sng">
              <a:solidFill>
                <a:schemeClr val="dk1"/>
              </a:solidFill>
              <a:prstDash val="solid"/>
              <a:bevel/>
              <a:headEnd type="none" w="sm" len="sm"/>
              <a:tailEnd type="none" w="sm" len="sm"/>
            </a:ln>
            <a:effectLst>
              <a:outerShdw dist="114300" dir="3060000" algn="bl" rotWithShape="0">
                <a:schemeClr val="accent5"/>
              </a:outerShdw>
            </a:effectLst>
          </p:spPr>
          <p:txBody>
            <a:bodyPr spcFirstLastPara="1" wrap="square" lIns="96100" tIns="51100" rIns="96100" bIns="5110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46" name="Google Shape;446;p20"/>
            <p:cNvSpPr/>
            <p:nvPr/>
          </p:nvSpPr>
          <p:spPr>
            <a:xfrm>
              <a:off x="238126" y="691061"/>
              <a:ext cx="8667762" cy="163800"/>
            </a:xfrm>
            <a:custGeom>
              <a:avLst/>
              <a:gdLst/>
              <a:ahLst/>
              <a:cxnLst/>
              <a:rect l="l" t="t" r="r" b="b"/>
              <a:pathLst>
                <a:path w="4122" h="120000" extrusionOk="0">
                  <a:moveTo>
                    <a:pt x="0" y="0"/>
                  </a:moveTo>
                  <a:lnTo>
                    <a:pt x="4122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600" cap="flat" cmpd="sng">
              <a:solidFill>
                <a:schemeClr val="dk1"/>
              </a:solidFill>
              <a:prstDash val="solid"/>
              <a:bevel/>
              <a:headEnd type="none" w="sm" len="sm"/>
              <a:tailEnd type="none" w="sm" len="sm"/>
            </a:ln>
          </p:spPr>
          <p:txBody>
            <a:bodyPr spcFirstLastPara="1" wrap="square" lIns="96100" tIns="0" rIns="96100" bIns="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grpSp>
          <p:nvGrpSpPr>
            <p:cNvPr id="447" name="Google Shape;447;p20"/>
            <p:cNvGrpSpPr/>
            <p:nvPr/>
          </p:nvGrpSpPr>
          <p:grpSpPr>
            <a:xfrm>
              <a:off x="397155" y="400429"/>
              <a:ext cx="762108" cy="132273"/>
              <a:chOff x="854747" y="683821"/>
              <a:chExt cx="678575" cy="117775"/>
            </a:xfrm>
          </p:grpSpPr>
          <p:sp>
            <p:nvSpPr>
              <p:cNvPr id="448" name="Google Shape;448;p20"/>
              <p:cNvSpPr/>
              <p:nvPr/>
            </p:nvSpPr>
            <p:spPr>
              <a:xfrm>
                <a:off x="854747" y="683821"/>
                <a:ext cx="117777" cy="117775"/>
              </a:xfrm>
              <a:custGeom>
                <a:avLst/>
                <a:gdLst/>
                <a:ahLst/>
                <a:cxnLst/>
                <a:rect l="l" t="t" r="r" b="b"/>
                <a:pathLst>
                  <a:path w="131" h="131" extrusionOk="0">
                    <a:moveTo>
                      <a:pt x="131" y="65"/>
                    </a:moveTo>
                    <a:cubicBezTo>
                      <a:pt x="131" y="29"/>
                      <a:pt x="101" y="0"/>
                      <a:pt x="66" y="0"/>
                    </a:cubicBezTo>
                    <a:cubicBezTo>
                      <a:pt x="29" y="0"/>
                      <a:pt x="0" y="29"/>
                      <a:pt x="0" y="65"/>
                    </a:cubicBezTo>
                    <a:cubicBezTo>
                      <a:pt x="0" y="102"/>
                      <a:pt x="29" y="131"/>
                      <a:pt x="66" y="131"/>
                    </a:cubicBezTo>
                    <a:cubicBezTo>
                      <a:pt x="101" y="131"/>
                      <a:pt x="131" y="102"/>
                      <a:pt x="131" y="6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6100" tIns="0" rIns="96100" bIns="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449" name="Google Shape;449;p20"/>
              <p:cNvSpPr/>
              <p:nvPr/>
            </p:nvSpPr>
            <p:spPr>
              <a:xfrm>
                <a:off x="1134693" y="683821"/>
                <a:ext cx="117777" cy="117775"/>
              </a:xfrm>
              <a:custGeom>
                <a:avLst/>
                <a:gdLst/>
                <a:ahLst/>
                <a:cxnLst/>
                <a:rect l="l" t="t" r="r" b="b"/>
                <a:pathLst>
                  <a:path w="131" h="131" extrusionOk="0">
                    <a:moveTo>
                      <a:pt x="131" y="65"/>
                    </a:moveTo>
                    <a:cubicBezTo>
                      <a:pt x="131" y="29"/>
                      <a:pt x="102" y="0"/>
                      <a:pt x="66" y="0"/>
                    </a:cubicBezTo>
                    <a:cubicBezTo>
                      <a:pt x="29" y="0"/>
                      <a:pt x="0" y="29"/>
                      <a:pt x="0" y="65"/>
                    </a:cubicBezTo>
                    <a:cubicBezTo>
                      <a:pt x="0" y="102"/>
                      <a:pt x="29" y="131"/>
                      <a:pt x="66" y="131"/>
                    </a:cubicBezTo>
                    <a:cubicBezTo>
                      <a:pt x="102" y="131"/>
                      <a:pt x="131" y="102"/>
                      <a:pt x="131" y="6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6100" tIns="0" rIns="96100" bIns="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450" name="Google Shape;450;p20"/>
              <p:cNvSpPr/>
              <p:nvPr/>
            </p:nvSpPr>
            <p:spPr>
              <a:xfrm>
                <a:off x="1415545" y="683821"/>
                <a:ext cx="117777" cy="117775"/>
              </a:xfrm>
              <a:custGeom>
                <a:avLst/>
                <a:gdLst/>
                <a:ahLst/>
                <a:cxnLst/>
                <a:rect l="l" t="t" r="r" b="b"/>
                <a:pathLst>
                  <a:path w="131" h="131" extrusionOk="0">
                    <a:moveTo>
                      <a:pt x="131" y="65"/>
                    </a:moveTo>
                    <a:cubicBezTo>
                      <a:pt x="131" y="29"/>
                      <a:pt x="101" y="0"/>
                      <a:pt x="65" y="0"/>
                    </a:cubicBezTo>
                    <a:cubicBezTo>
                      <a:pt x="29" y="0"/>
                      <a:pt x="0" y="29"/>
                      <a:pt x="0" y="65"/>
                    </a:cubicBezTo>
                    <a:cubicBezTo>
                      <a:pt x="0" y="102"/>
                      <a:pt x="29" y="131"/>
                      <a:pt x="65" y="131"/>
                    </a:cubicBezTo>
                    <a:cubicBezTo>
                      <a:pt x="101" y="131"/>
                      <a:pt x="131" y="102"/>
                      <a:pt x="131" y="6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6100" tIns="0" rIns="96100" bIns="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  <p:grpSp>
          <p:nvGrpSpPr>
            <p:cNvPr id="451" name="Google Shape;451;p20"/>
            <p:cNvGrpSpPr/>
            <p:nvPr/>
          </p:nvGrpSpPr>
          <p:grpSpPr>
            <a:xfrm>
              <a:off x="8510002" y="352415"/>
              <a:ext cx="228440" cy="228440"/>
              <a:chOff x="4862880" y="3103920"/>
              <a:chExt cx="708121" cy="708121"/>
            </a:xfrm>
          </p:grpSpPr>
          <p:sp>
            <p:nvSpPr>
              <p:cNvPr id="452" name="Google Shape;452;p20"/>
              <p:cNvSpPr/>
              <p:nvPr/>
            </p:nvSpPr>
            <p:spPr>
              <a:xfrm>
                <a:off x="4862880" y="3103920"/>
                <a:ext cx="708121" cy="708121"/>
              </a:xfrm>
              <a:custGeom>
                <a:avLst/>
                <a:gdLst/>
                <a:ahLst/>
                <a:cxnLst/>
                <a:rect l="l" t="t" r="r" b="b"/>
                <a:pathLst>
                  <a:path w="1968" h="1968" extrusionOk="0">
                    <a:moveTo>
                      <a:pt x="1968" y="0"/>
                    </a:moveTo>
                    <a:lnTo>
                      <a:pt x="0" y="0"/>
                    </a:lnTo>
                    <a:lnTo>
                      <a:pt x="0" y="1968"/>
                    </a:lnTo>
                    <a:lnTo>
                      <a:pt x="1968" y="1968"/>
                    </a:lnTo>
                    <a:lnTo>
                      <a:pt x="1968" y="0"/>
                    </a:lnTo>
                    <a:close/>
                  </a:path>
                </a:pathLst>
              </a:custGeom>
              <a:noFill/>
              <a:ln w="12600" cap="flat" cmpd="sng">
                <a:solidFill>
                  <a:schemeClr val="dk1"/>
                </a:solidFill>
                <a:prstDash val="solid"/>
                <a:bevel/>
                <a:headEnd type="none" w="sm" len="sm"/>
                <a:tailEnd type="none" w="sm" len="sm"/>
              </a:ln>
            </p:spPr>
            <p:txBody>
              <a:bodyPr spcFirstLastPara="1" wrap="square" lIns="96100" tIns="51100" rIns="96100" bIns="5110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grpSp>
            <p:nvGrpSpPr>
              <p:cNvPr id="453" name="Google Shape;453;p20"/>
              <p:cNvGrpSpPr/>
              <p:nvPr/>
            </p:nvGrpSpPr>
            <p:grpSpPr>
              <a:xfrm>
                <a:off x="4862880" y="3103920"/>
                <a:ext cx="708121" cy="708121"/>
                <a:chOff x="4862880" y="3103920"/>
                <a:chExt cx="708121" cy="708121"/>
              </a:xfrm>
            </p:grpSpPr>
            <p:sp>
              <p:nvSpPr>
                <p:cNvPr id="454" name="Google Shape;454;p20"/>
                <p:cNvSpPr/>
                <p:nvPr/>
              </p:nvSpPr>
              <p:spPr>
                <a:xfrm>
                  <a:off x="4862880" y="3103920"/>
                  <a:ext cx="708121" cy="7081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8" h="1968" extrusionOk="0">
                      <a:moveTo>
                        <a:pt x="0" y="0"/>
                      </a:moveTo>
                      <a:lnTo>
                        <a:pt x="1968" y="19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12600" cap="flat" cmpd="sng">
                  <a:solidFill>
                    <a:schemeClr val="dk1"/>
                  </a:solidFill>
                  <a:prstDash val="solid"/>
                  <a:bevel/>
                  <a:headEnd type="none" w="sm" len="sm"/>
                  <a:tailEnd type="none" w="sm" len="sm"/>
                </a:ln>
              </p:spPr>
              <p:txBody>
                <a:bodyPr spcFirstLastPara="1" wrap="square" lIns="96100" tIns="51100" rIns="96100" bIns="51100" anchor="ctr" anchorCtr="1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endParaRPr>
                </a:p>
              </p:txBody>
            </p:sp>
            <p:sp>
              <p:nvSpPr>
                <p:cNvPr id="455" name="Google Shape;455;p20"/>
                <p:cNvSpPr/>
                <p:nvPr/>
              </p:nvSpPr>
              <p:spPr>
                <a:xfrm>
                  <a:off x="4862880" y="3103920"/>
                  <a:ext cx="708121" cy="7081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8" h="1968" extrusionOk="0">
                      <a:moveTo>
                        <a:pt x="1968" y="0"/>
                      </a:moveTo>
                      <a:lnTo>
                        <a:pt x="0" y="1968"/>
                      </a:lnTo>
                      <a:lnTo>
                        <a:pt x="1968" y="0"/>
                      </a:lnTo>
                      <a:close/>
                    </a:path>
                  </a:pathLst>
                </a:custGeom>
                <a:noFill/>
                <a:ln w="12600" cap="flat" cmpd="sng">
                  <a:solidFill>
                    <a:schemeClr val="dk1"/>
                  </a:solidFill>
                  <a:prstDash val="solid"/>
                  <a:bevel/>
                  <a:headEnd type="none" w="sm" len="sm"/>
                  <a:tailEnd type="none" w="sm" len="sm"/>
                </a:ln>
              </p:spPr>
              <p:txBody>
                <a:bodyPr spcFirstLastPara="1" wrap="square" lIns="96100" tIns="51100" rIns="96100" bIns="51100" anchor="ctr" anchorCtr="1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endParaRPr>
                </a:p>
              </p:txBody>
            </p:sp>
          </p:grpSp>
        </p:grpSp>
      </p:grpSp>
      <p:sp>
        <p:nvSpPr>
          <p:cNvPr id="456" name="Google Shape;456;p20"/>
          <p:cNvSpPr txBox="1">
            <a:spLocks noGrp="1"/>
          </p:cNvSpPr>
          <p:nvPr>
            <p:ph type="ctrTitle"/>
          </p:nvPr>
        </p:nvSpPr>
        <p:spPr>
          <a:xfrm>
            <a:off x="2125800" y="825725"/>
            <a:ext cx="4892400" cy="107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9pPr>
          </a:lstStyle>
          <a:p>
            <a:endParaRPr/>
          </a:p>
        </p:txBody>
      </p:sp>
      <p:sp>
        <p:nvSpPr>
          <p:cNvPr id="457" name="Google Shape;457;p20"/>
          <p:cNvSpPr txBox="1">
            <a:spLocks noGrp="1"/>
          </p:cNvSpPr>
          <p:nvPr>
            <p:ph type="subTitle" idx="1"/>
          </p:nvPr>
        </p:nvSpPr>
        <p:spPr>
          <a:xfrm>
            <a:off x="2125800" y="1669900"/>
            <a:ext cx="4892400" cy="12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58" name="Google Shape;458;p20"/>
          <p:cNvSpPr txBox="1"/>
          <p:nvPr/>
        </p:nvSpPr>
        <p:spPr>
          <a:xfrm>
            <a:off x="2125800" y="3688925"/>
            <a:ext cx="4892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CREDITS: This presentation template was created by </a:t>
            </a:r>
            <a:r>
              <a:rPr lang="en-GB" sz="1000" b="1" u="sng">
                <a:solidFill>
                  <a:schemeClr val="dk1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  <a:hlinkClick r:id="rId2"/>
              </a:rPr>
              <a:t>Slidesgo</a:t>
            </a:r>
            <a:r>
              <a:rPr lang="en-GB" sz="1000">
                <a:solidFill>
                  <a:schemeClr val="dk1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, and includes icons by </a:t>
            </a:r>
            <a:r>
              <a:rPr lang="en-GB" sz="1000" b="1" u="sng">
                <a:solidFill>
                  <a:schemeClr val="dk1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  <a:hlinkClick r:id="rId3"/>
              </a:rPr>
              <a:t>Flaticon</a:t>
            </a:r>
            <a:r>
              <a:rPr lang="en-GB" sz="1000">
                <a:solidFill>
                  <a:schemeClr val="dk1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, and infographics &amp; images by </a:t>
            </a:r>
            <a:r>
              <a:rPr lang="en-GB" sz="1000" b="1" u="sng">
                <a:solidFill>
                  <a:schemeClr val="dk1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  <a:hlinkClick r:id="rId4"/>
              </a:rPr>
              <a:t>Freepik</a:t>
            </a:r>
            <a:endParaRPr sz="1000" b="1" u="sng">
              <a:solidFill>
                <a:schemeClr val="dk1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</p:txBody>
      </p:sp>
      <p:sp>
        <p:nvSpPr>
          <p:cNvPr id="459" name="Google Shape;459;p20"/>
          <p:cNvSpPr/>
          <p:nvPr/>
        </p:nvSpPr>
        <p:spPr>
          <a:xfrm>
            <a:off x="1353015" y="4393825"/>
            <a:ext cx="969483" cy="969483"/>
          </a:xfrm>
          <a:custGeom>
            <a:avLst/>
            <a:gdLst/>
            <a:ahLst/>
            <a:cxnLst/>
            <a:rect l="l" t="t" r="r" b="b"/>
            <a:pathLst>
              <a:path w="2694" h="2694" extrusionOk="0">
                <a:moveTo>
                  <a:pt x="1196" y="1785"/>
                </a:moveTo>
                <a:cubicBezTo>
                  <a:pt x="954" y="1701"/>
                  <a:pt x="826" y="1437"/>
                  <a:pt x="909" y="1195"/>
                </a:cubicBezTo>
                <a:cubicBezTo>
                  <a:pt x="993" y="953"/>
                  <a:pt x="1257" y="825"/>
                  <a:pt x="1499" y="909"/>
                </a:cubicBezTo>
                <a:cubicBezTo>
                  <a:pt x="1741" y="992"/>
                  <a:pt x="1869" y="1256"/>
                  <a:pt x="1785" y="1498"/>
                </a:cubicBezTo>
                <a:cubicBezTo>
                  <a:pt x="1702" y="1740"/>
                  <a:pt x="1438" y="1868"/>
                  <a:pt x="1196" y="1785"/>
                </a:cubicBezTo>
                <a:moveTo>
                  <a:pt x="2487" y="2076"/>
                </a:moveTo>
                <a:lnTo>
                  <a:pt x="2694" y="1477"/>
                </a:lnTo>
                <a:lnTo>
                  <a:pt x="2443" y="1391"/>
                </a:lnTo>
                <a:cubicBezTo>
                  <a:pt x="2446" y="1317"/>
                  <a:pt x="2442" y="1244"/>
                  <a:pt x="2430" y="1172"/>
                </a:cubicBezTo>
                <a:lnTo>
                  <a:pt x="2669" y="1056"/>
                </a:lnTo>
                <a:lnTo>
                  <a:pt x="2392" y="487"/>
                </a:lnTo>
                <a:lnTo>
                  <a:pt x="2154" y="603"/>
                </a:lnTo>
                <a:cubicBezTo>
                  <a:pt x="2105" y="549"/>
                  <a:pt x="2050" y="500"/>
                  <a:pt x="1990" y="457"/>
                </a:cubicBezTo>
                <a:lnTo>
                  <a:pt x="2076" y="206"/>
                </a:lnTo>
                <a:lnTo>
                  <a:pt x="1478" y="0"/>
                </a:lnTo>
                <a:lnTo>
                  <a:pt x="1391" y="250"/>
                </a:lnTo>
                <a:cubicBezTo>
                  <a:pt x="1318" y="247"/>
                  <a:pt x="1244" y="252"/>
                  <a:pt x="1173" y="263"/>
                </a:cubicBezTo>
                <a:lnTo>
                  <a:pt x="1057" y="25"/>
                </a:lnTo>
                <a:lnTo>
                  <a:pt x="487" y="302"/>
                </a:lnTo>
                <a:lnTo>
                  <a:pt x="603" y="541"/>
                </a:lnTo>
                <a:cubicBezTo>
                  <a:pt x="550" y="590"/>
                  <a:pt x="501" y="645"/>
                  <a:pt x="458" y="705"/>
                </a:cubicBezTo>
                <a:lnTo>
                  <a:pt x="207" y="618"/>
                </a:lnTo>
                <a:lnTo>
                  <a:pt x="0" y="1216"/>
                </a:lnTo>
                <a:lnTo>
                  <a:pt x="251" y="1303"/>
                </a:lnTo>
                <a:cubicBezTo>
                  <a:pt x="248" y="1377"/>
                  <a:pt x="253" y="1450"/>
                  <a:pt x="264" y="1522"/>
                </a:cubicBezTo>
                <a:lnTo>
                  <a:pt x="26" y="1637"/>
                </a:lnTo>
                <a:lnTo>
                  <a:pt x="303" y="2207"/>
                </a:lnTo>
                <a:lnTo>
                  <a:pt x="541" y="2091"/>
                </a:lnTo>
                <a:cubicBezTo>
                  <a:pt x="591" y="2144"/>
                  <a:pt x="645" y="2193"/>
                  <a:pt x="705" y="2236"/>
                </a:cubicBezTo>
                <a:lnTo>
                  <a:pt x="618" y="2487"/>
                </a:lnTo>
                <a:lnTo>
                  <a:pt x="1217" y="2694"/>
                </a:lnTo>
                <a:lnTo>
                  <a:pt x="1304" y="2443"/>
                </a:lnTo>
                <a:cubicBezTo>
                  <a:pt x="1377" y="2446"/>
                  <a:pt x="1451" y="2441"/>
                  <a:pt x="1522" y="2430"/>
                </a:cubicBezTo>
                <a:lnTo>
                  <a:pt x="1638" y="2668"/>
                </a:lnTo>
                <a:lnTo>
                  <a:pt x="2208" y="2391"/>
                </a:lnTo>
                <a:lnTo>
                  <a:pt x="2091" y="2153"/>
                </a:lnTo>
                <a:cubicBezTo>
                  <a:pt x="2145" y="2104"/>
                  <a:pt x="2194" y="2049"/>
                  <a:pt x="2237" y="1989"/>
                </a:cubicBezTo>
                <a:lnTo>
                  <a:pt x="2487" y="2076"/>
                </a:ln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4023581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oogle Shape;87;p6"/>
          <p:cNvGrpSpPr/>
          <p:nvPr/>
        </p:nvGrpSpPr>
        <p:grpSpPr>
          <a:xfrm>
            <a:off x="238125" y="238200"/>
            <a:ext cx="8667773" cy="4667101"/>
            <a:chOff x="238125" y="238200"/>
            <a:chExt cx="8667773" cy="4667101"/>
          </a:xfrm>
        </p:grpSpPr>
        <p:sp>
          <p:nvSpPr>
            <p:cNvPr id="88" name="Google Shape;88;p6"/>
            <p:cNvSpPr/>
            <p:nvPr/>
          </p:nvSpPr>
          <p:spPr>
            <a:xfrm>
              <a:off x="238125" y="238200"/>
              <a:ext cx="8667773" cy="4667101"/>
            </a:xfrm>
            <a:custGeom>
              <a:avLst/>
              <a:gdLst/>
              <a:ahLst/>
              <a:cxnLst/>
              <a:rect l="l" t="t" r="r" b="b"/>
              <a:pathLst>
                <a:path w="4122" h="3091" extrusionOk="0">
                  <a:moveTo>
                    <a:pt x="4122" y="3091"/>
                  </a:moveTo>
                  <a:lnTo>
                    <a:pt x="0" y="3091"/>
                  </a:lnTo>
                  <a:lnTo>
                    <a:pt x="0" y="0"/>
                  </a:lnTo>
                  <a:lnTo>
                    <a:pt x="4122" y="0"/>
                  </a:lnTo>
                  <a:lnTo>
                    <a:pt x="4122" y="3091"/>
                  </a:lnTo>
                  <a:close/>
                </a:path>
              </a:pathLst>
            </a:custGeom>
            <a:solidFill>
              <a:schemeClr val="lt2"/>
            </a:solidFill>
            <a:ln w="12600" cap="flat" cmpd="sng">
              <a:solidFill>
                <a:schemeClr val="dk1"/>
              </a:solidFill>
              <a:prstDash val="solid"/>
              <a:bevel/>
              <a:headEnd type="none" w="sm" len="sm"/>
              <a:tailEnd type="none" w="sm" len="sm"/>
            </a:ln>
            <a:effectLst>
              <a:outerShdw dist="114300" dir="3060000" algn="bl" rotWithShape="0">
                <a:schemeClr val="accent5"/>
              </a:outerShdw>
            </a:effectLst>
          </p:spPr>
          <p:txBody>
            <a:bodyPr spcFirstLastPara="1" wrap="square" lIns="96100" tIns="51100" rIns="96100" bIns="5110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9" name="Google Shape;89;p6"/>
            <p:cNvSpPr/>
            <p:nvPr/>
          </p:nvSpPr>
          <p:spPr>
            <a:xfrm>
              <a:off x="238126" y="691061"/>
              <a:ext cx="8667762" cy="163800"/>
            </a:xfrm>
            <a:custGeom>
              <a:avLst/>
              <a:gdLst/>
              <a:ahLst/>
              <a:cxnLst/>
              <a:rect l="l" t="t" r="r" b="b"/>
              <a:pathLst>
                <a:path w="4122" h="120000" extrusionOk="0">
                  <a:moveTo>
                    <a:pt x="0" y="0"/>
                  </a:moveTo>
                  <a:lnTo>
                    <a:pt x="4122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600" cap="flat" cmpd="sng">
              <a:solidFill>
                <a:schemeClr val="dk1"/>
              </a:solidFill>
              <a:prstDash val="solid"/>
              <a:bevel/>
              <a:headEnd type="none" w="sm" len="sm"/>
              <a:tailEnd type="none" w="sm" len="sm"/>
            </a:ln>
          </p:spPr>
          <p:txBody>
            <a:bodyPr spcFirstLastPara="1" wrap="square" lIns="96100" tIns="0" rIns="96100" bIns="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grpSp>
          <p:nvGrpSpPr>
            <p:cNvPr id="90" name="Google Shape;90;p6"/>
            <p:cNvGrpSpPr/>
            <p:nvPr/>
          </p:nvGrpSpPr>
          <p:grpSpPr>
            <a:xfrm>
              <a:off x="397155" y="400429"/>
              <a:ext cx="762108" cy="132273"/>
              <a:chOff x="854747" y="683821"/>
              <a:chExt cx="678575" cy="117775"/>
            </a:xfrm>
          </p:grpSpPr>
          <p:sp>
            <p:nvSpPr>
              <p:cNvPr id="91" name="Google Shape;91;p6"/>
              <p:cNvSpPr/>
              <p:nvPr/>
            </p:nvSpPr>
            <p:spPr>
              <a:xfrm>
                <a:off x="854747" y="683821"/>
                <a:ext cx="117777" cy="117775"/>
              </a:xfrm>
              <a:custGeom>
                <a:avLst/>
                <a:gdLst/>
                <a:ahLst/>
                <a:cxnLst/>
                <a:rect l="l" t="t" r="r" b="b"/>
                <a:pathLst>
                  <a:path w="131" h="131" extrusionOk="0">
                    <a:moveTo>
                      <a:pt x="131" y="65"/>
                    </a:moveTo>
                    <a:cubicBezTo>
                      <a:pt x="131" y="29"/>
                      <a:pt x="101" y="0"/>
                      <a:pt x="66" y="0"/>
                    </a:cubicBezTo>
                    <a:cubicBezTo>
                      <a:pt x="29" y="0"/>
                      <a:pt x="0" y="29"/>
                      <a:pt x="0" y="65"/>
                    </a:cubicBezTo>
                    <a:cubicBezTo>
                      <a:pt x="0" y="102"/>
                      <a:pt x="29" y="131"/>
                      <a:pt x="66" y="131"/>
                    </a:cubicBezTo>
                    <a:cubicBezTo>
                      <a:pt x="101" y="131"/>
                      <a:pt x="131" y="102"/>
                      <a:pt x="131" y="6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6100" tIns="0" rIns="96100" bIns="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92" name="Google Shape;92;p6"/>
              <p:cNvSpPr/>
              <p:nvPr/>
            </p:nvSpPr>
            <p:spPr>
              <a:xfrm>
                <a:off x="1134693" y="683821"/>
                <a:ext cx="117777" cy="117775"/>
              </a:xfrm>
              <a:custGeom>
                <a:avLst/>
                <a:gdLst/>
                <a:ahLst/>
                <a:cxnLst/>
                <a:rect l="l" t="t" r="r" b="b"/>
                <a:pathLst>
                  <a:path w="131" h="131" extrusionOk="0">
                    <a:moveTo>
                      <a:pt x="131" y="65"/>
                    </a:moveTo>
                    <a:cubicBezTo>
                      <a:pt x="131" y="29"/>
                      <a:pt x="102" y="0"/>
                      <a:pt x="66" y="0"/>
                    </a:cubicBezTo>
                    <a:cubicBezTo>
                      <a:pt x="29" y="0"/>
                      <a:pt x="0" y="29"/>
                      <a:pt x="0" y="65"/>
                    </a:cubicBezTo>
                    <a:cubicBezTo>
                      <a:pt x="0" y="102"/>
                      <a:pt x="29" y="131"/>
                      <a:pt x="66" y="131"/>
                    </a:cubicBezTo>
                    <a:cubicBezTo>
                      <a:pt x="102" y="131"/>
                      <a:pt x="131" y="102"/>
                      <a:pt x="131" y="6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6100" tIns="0" rIns="96100" bIns="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93" name="Google Shape;93;p6"/>
              <p:cNvSpPr/>
              <p:nvPr/>
            </p:nvSpPr>
            <p:spPr>
              <a:xfrm>
                <a:off x="1415545" y="683821"/>
                <a:ext cx="117777" cy="117775"/>
              </a:xfrm>
              <a:custGeom>
                <a:avLst/>
                <a:gdLst/>
                <a:ahLst/>
                <a:cxnLst/>
                <a:rect l="l" t="t" r="r" b="b"/>
                <a:pathLst>
                  <a:path w="131" h="131" extrusionOk="0">
                    <a:moveTo>
                      <a:pt x="131" y="65"/>
                    </a:moveTo>
                    <a:cubicBezTo>
                      <a:pt x="131" y="29"/>
                      <a:pt x="101" y="0"/>
                      <a:pt x="65" y="0"/>
                    </a:cubicBezTo>
                    <a:cubicBezTo>
                      <a:pt x="29" y="0"/>
                      <a:pt x="0" y="29"/>
                      <a:pt x="0" y="65"/>
                    </a:cubicBezTo>
                    <a:cubicBezTo>
                      <a:pt x="0" y="102"/>
                      <a:pt x="29" y="131"/>
                      <a:pt x="65" y="131"/>
                    </a:cubicBezTo>
                    <a:cubicBezTo>
                      <a:pt x="101" y="131"/>
                      <a:pt x="131" y="102"/>
                      <a:pt x="131" y="6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6100" tIns="0" rIns="96100" bIns="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  <p:grpSp>
          <p:nvGrpSpPr>
            <p:cNvPr id="94" name="Google Shape;94;p6"/>
            <p:cNvGrpSpPr/>
            <p:nvPr/>
          </p:nvGrpSpPr>
          <p:grpSpPr>
            <a:xfrm>
              <a:off x="8510002" y="352415"/>
              <a:ext cx="228440" cy="228440"/>
              <a:chOff x="4862880" y="3103920"/>
              <a:chExt cx="708121" cy="708121"/>
            </a:xfrm>
          </p:grpSpPr>
          <p:sp>
            <p:nvSpPr>
              <p:cNvPr id="95" name="Google Shape;95;p6"/>
              <p:cNvSpPr/>
              <p:nvPr/>
            </p:nvSpPr>
            <p:spPr>
              <a:xfrm>
                <a:off x="4862880" y="3103920"/>
                <a:ext cx="708121" cy="708121"/>
              </a:xfrm>
              <a:custGeom>
                <a:avLst/>
                <a:gdLst/>
                <a:ahLst/>
                <a:cxnLst/>
                <a:rect l="l" t="t" r="r" b="b"/>
                <a:pathLst>
                  <a:path w="1968" h="1968" extrusionOk="0">
                    <a:moveTo>
                      <a:pt x="1968" y="0"/>
                    </a:moveTo>
                    <a:lnTo>
                      <a:pt x="0" y="0"/>
                    </a:lnTo>
                    <a:lnTo>
                      <a:pt x="0" y="1968"/>
                    </a:lnTo>
                    <a:lnTo>
                      <a:pt x="1968" y="1968"/>
                    </a:lnTo>
                    <a:lnTo>
                      <a:pt x="1968" y="0"/>
                    </a:lnTo>
                    <a:close/>
                  </a:path>
                </a:pathLst>
              </a:custGeom>
              <a:noFill/>
              <a:ln w="12600" cap="flat" cmpd="sng">
                <a:solidFill>
                  <a:schemeClr val="dk1"/>
                </a:solidFill>
                <a:prstDash val="solid"/>
                <a:bevel/>
                <a:headEnd type="none" w="sm" len="sm"/>
                <a:tailEnd type="none" w="sm" len="sm"/>
              </a:ln>
            </p:spPr>
            <p:txBody>
              <a:bodyPr spcFirstLastPara="1" wrap="square" lIns="96100" tIns="51100" rIns="96100" bIns="5110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grpSp>
            <p:nvGrpSpPr>
              <p:cNvPr id="96" name="Google Shape;96;p6"/>
              <p:cNvGrpSpPr/>
              <p:nvPr/>
            </p:nvGrpSpPr>
            <p:grpSpPr>
              <a:xfrm>
                <a:off x="4862880" y="3103920"/>
                <a:ext cx="708121" cy="708121"/>
                <a:chOff x="4862880" y="3103920"/>
                <a:chExt cx="708121" cy="708121"/>
              </a:xfrm>
            </p:grpSpPr>
            <p:sp>
              <p:nvSpPr>
                <p:cNvPr id="97" name="Google Shape;97;p6"/>
                <p:cNvSpPr/>
                <p:nvPr/>
              </p:nvSpPr>
              <p:spPr>
                <a:xfrm>
                  <a:off x="4862880" y="3103920"/>
                  <a:ext cx="708121" cy="7081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8" h="1968" extrusionOk="0">
                      <a:moveTo>
                        <a:pt x="0" y="0"/>
                      </a:moveTo>
                      <a:lnTo>
                        <a:pt x="1968" y="19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12600" cap="flat" cmpd="sng">
                  <a:solidFill>
                    <a:schemeClr val="dk1"/>
                  </a:solidFill>
                  <a:prstDash val="solid"/>
                  <a:bevel/>
                  <a:headEnd type="none" w="sm" len="sm"/>
                  <a:tailEnd type="none" w="sm" len="sm"/>
                </a:ln>
              </p:spPr>
              <p:txBody>
                <a:bodyPr spcFirstLastPara="1" wrap="square" lIns="96100" tIns="51100" rIns="96100" bIns="51100" anchor="ctr" anchorCtr="1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endParaRPr>
                </a:p>
              </p:txBody>
            </p:sp>
            <p:sp>
              <p:nvSpPr>
                <p:cNvPr id="98" name="Google Shape;98;p6"/>
                <p:cNvSpPr/>
                <p:nvPr/>
              </p:nvSpPr>
              <p:spPr>
                <a:xfrm>
                  <a:off x="4862880" y="3103920"/>
                  <a:ext cx="708121" cy="7081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8" h="1968" extrusionOk="0">
                      <a:moveTo>
                        <a:pt x="1968" y="0"/>
                      </a:moveTo>
                      <a:lnTo>
                        <a:pt x="0" y="1968"/>
                      </a:lnTo>
                      <a:lnTo>
                        <a:pt x="1968" y="0"/>
                      </a:lnTo>
                      <a:close/>
                    </a:path>
                  </a:pathLst>
                </a:custGeom>
                <a:noFill/>
                <a:ln w="12600" cap="flat" cmpd="sng">
                  <a:solidFill>
                    <a:schemeClr val="dk1"/>
                  </a:solidFill>
                  <a:prstDash val="solid"/>
                  <a:bevel/>
                  <a:headEnd type="none" w="sm" len="sm"/>
                  <a:tailEnd type="none" w="sm" len="sm"/>
                </a:ln>
              </p:spPr>
              <p:txBody>
                <a:bodyPr spcFirstLastPara="1" wrap="square" lIns="96100" tIns="51100" rIns="96100" bIns="51100" anchor="ctr" anchorCtr="1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endParaRPr>
                </a:p>
              </p:txBody>
            </p:sp>
          </p:grpSp>
        </p:grpSp>
      </p:grpSp>
      <p:sp>
        <p:nvSpPr>
          <p:cNvPr id="99" name="Google Shape;99;p6"/>
          <p:cNvSpPr txBox="1">
            <a:spLocks noGrp="1"/>
          </p:cNvSpPr>
          <p:nvPr>
            <p:ph type="title"/>
          </p:nvPr>
        </p:nvSpPr>
        <p:spPr>
          <a:xfrm>
            <a:off x="713100" y="1861563"/>
            <a:ext cx="2289900" cy="158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00" name="Google Shape;100;p6"/>
          <p:cNvGrpSpPr/>
          <p:nvPr/>
        </p:nvGrpSpPr>
        <p:grpSpPr>
          <a:xfrm>
            <a:off x="-218230" y="4403745"/>
            <a:ext cx="931320" cy="1028520"/>
            <a:chOff x="4295520" y="1730520"/>
            <a:chExt cx="931320" cy="1028520"/>
          </a:xfrm>
        </p:grpSpPr>
        <p:sp>
          <p:nvSpPr>
            <p:cNvPr id="101" name="Google Shape;101;p6"/>
            <p:cNvSpPr/>
            <p:nvPr/>
          </p:nvSpPr>
          <p:spPr>
            <a:xfrm>
              <a:off x="4448520" y="2669760"/>
              <a:ext cx="594001" cy="300"/>
            </a:xfrm>
            <a:custGeom>
              <a:avLst/>
              <a:gdLst/>
              <a:ahLst/>
              <a:cxnLst/>
              <a:rect l="l" t="t" r="r" b="b"/>
              <a:pathLst>
                <a:path w="1651" h="120000" extrusionOk="0">
                  <a:moveTo>
                    <a:pt x="1651" y="0"/>
                  </a:moveTo>
                  <a:lnTo>
                    <a:pt x="0" y="0"/>
                  </a:lnTo>
                  <a:lnTo>
                    <a:pt x="1651" y="0"/>
                  </a:lnTo>
                  <a:close/>
                </a:path>
              </a:pathLst>
            </a:custGeom>
            <a:noFill/>
            <a:ln w="12600" cap="flat" cmpd="sng">
              <a:solidFill>
                <a:schemeClr val="dk1"/>
              </a:solidFill>
              <a:prstDash val="solid"/>
              <a:bevel/>
              <a:headEnd type="none" w="sm" len="sm"/>
              <a:tailEnd type="none" w="sm" len="sm"/>
            </a:ln>
          </p:spPr>
          <p:txBody>
            <a:bodyPr spcFirstLastPara="1" wrap="square" lIns="96100" tIns="0" rIns="96100" bIns="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2" name="Google Shape;102;p6"/>
            <p:cNvSpPr/>
            <p:nvPr/>
          </p:nvSpPr>
          <p:spPr>
            <a:xfrm>
              <a:off x="4384800" y="1882440"/>
              <a:ext cx="300" cy="694438"/>
            </a:xfrm>
            <a:custGeom>
              <a:avLst/>
              <a:gdLst/>
              <a:ahLst/>
              <a:cxnLst/>
              <a:rect l="l" t="t" r="r" b="b"/>
              <a:pathLst>
                <a:path w="120000" h="1930" extrusionOk="0">
                  <a:moveTo>
                    <a:pt x="0" y="1930"/>
                  </a:moveTo>
                  <a:lnTo>
                    <a:pt x="0" y="0"/>
                  </a:lnTo>
                  <a:lnTo>
                    <a:pt x="0" y="1930"/>
                  </a:lnTo>
                  <a:close/>
                </a:path>
              </a:pathLst>
            </a:custGeom>
            <a:noFill/>
            <a:ln w="12600" cap="flat" cmpd="sng">
              <a:solidFill>
                <a:schemeClr val="dk1"/>
              </a:solidFill>
              <a:prstDash val="solid"/>
              <a:bevel/>
              <a:headEnd type="none" w="sm" len="sm"/>
              <a:tailEnd type="none" w="sm" len="sm"/>
            </a:ln>
          </p:spPr>
          <p:txBody>
            <a:bodyPr spcFirstLastPara="1" wrap="square" lIns="96100" tIns="51100" rIns="96100" bIns="5110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3" name="Google Shape;103;p6"/>
            <p:cNvSpPr/>
            <p:nvPr/>
          </p:nvSpPr>
          <p:spPr>
            <a:xfrm>
              <a:off x="4479840" y="1820160"/>
              <a:ext cx="594001" cy="300"/>
            </a:xfrm>
            <a:custGeom>
              <a:avLst/>
              <a:gdLst/>
              <a:ahLst/>
              <a:cxnLst/>
              <a:rect l="l" t="t" r="r" b="b"/>
              <a:pathLst>
                <a:path w="1651" h="120000" extrusionOk="0">
                  <a:moveTo>
                    <a:pt x="0" y="0"/>
                  </a:moveTo>
                  <a:lnTo>
                    <a:pt x="1651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600" cap="flat" cmpd="sng">
              <a:solidFill>
                <a:schemeClr val="dk1"/>
              </a:solidFill>
              <a:prstDash val="solid"/>
              <a:bevel/>
              <a:headEnd type="none" w="sm" len="sm"/>
              <a:tailEnd type="none" w="sm" len="sm"/>
            </a:ln>
          </p:spPr>
          <p:txBody>
            <a:bodyPr spcFirstLastPara="1" wrap="square" lIns="96100" tIns="0" rIns="96100" bIns="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4" name="Google Shape;104;p6"/>
            <p:cNvSpPr/>
            <p:nvPr/>
          </p:nvSpPr>
          <p:spPr>
            <a:xfrm>
              <a:off x="5137560" y="1912680"/>
              <a:ext cx="300" cy="694438"/>
            </a:xfrm>
            <a:custGeom>
              <a:avLst/>
              <a:gdLst/>
              <a:ahLst/>
              <a:cxnLst/>
              <a:rect l="l" t="t" r="r" b="b"/>
              <a:pathLst>
                <a:path w="120000" h="1930" extrusionOk="0">
                  <a:moveTo>
                    <a:pt x="0" y="0"/>
                  </a:moveTo>
                  <a:lnTo>
                    <a:pt x="0" y="193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600" cap="flat" cmpd="sng">
              <a:solidFill>
                <a:schemeClr val="dk1"/>
              </a:solidFill>
              <a:prstDash val="solid"/>
              <a:bevel/>
              <a:headEnd type="none" w="sm" len="sm"/>
              <a:tailEnd type="none" w="sm" len="sm"/>
            </a:ln>
          </p:spPr>
          <p:txBody>
            <a:bodyPr spcFirstLastPara="1" wrap="square" lIns="96100" tIns="51100" rIns="96100" bIns="5110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grpSp>
          <p:nvGrpSpPr>
            <p:cNvPr id="105" name="Google Shape;105;p6"/>
            <p:cNvGrpSpPr/>
            <p:nvPr/>
          </p:nvGrpSpPr>
          <p:grpSpPr>
            <a:xfrm>
              <a:off x="4295520" y="1730520"/>
              <a:ext cx="931320" cy="1028520"/>
              <a:chOff x="4295520" y="1730520"/>
              <a:chExt cx="931320" cy="1028520"/>
            </a:xfrm>
          </p:grpSpPr>
          <p:grpSp>
            <p:nvGrpSpPr>
              <p:cNvPr id="106" name="Google Shape;106;p6"/>
              <p:cNvGrpSpPr/>
              <p:nvPr/>
            </p:nvGrpSpPr>
            <p:grpSpPr>
              <a:xfrm>
                <a:off x="4295520" y="1730520"/>
                <a:ext cx="931320" cy="1028520"/>
                <a:chOff x="4295520" y="1730520"/>
                <a:chExt cx="931320" cy="1028520"/>
              </a:xfrm>
            </p:grpSpPr>
            <p:sp>
              <p:nvSpPr>
                <p:cNvPr id="107" name="Google Shape;107;p6"/>
                <p:cNvSpPr/>
                <p:nvPr/>
              </p:nvSpPr>
              <p:spPr>
                <a:xfrm>
                  <a:off x="5105520" y="2637720"/>
                  <a:ext cx="31680" cy="316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" h="89" extrusionOk="0">
                      <a:moveTo>
                        <a:pt x="89" y="0"/>
                      </a:moveTo>
                      <a:lnTo>
                        <a:pt x="89" y="89"/>
                      </a:lnTo>
                      <a:lnTo>
                        <a:pt x="0" y="89"/>
                      </a:lnTo>
                      <a:lnTo>
                        <a:pt x="89" y="0"/>
                      </a:lnTo>
                      <a:close/>
                    </a:path>
                  </a:pathLst>
                </a:custGeom>
                <a:noFill/>
                <a:ln w="12600" cap="flat" cmpd="sng">
                  <a:solidFill>
                    <a:schemeClr val="dk1"/>
                  </a:solidFill>
                  <a:prstDash val="solid"/>
                  <a:bevel/>
                  <a:headEnd type="none" w="sm" len="sm"/>
                  <a:tailEnd type="none" w="sm" len="sm"/>
                </a:ln>
              </p:spPr>
              <p:txBody>
                <a:bodyPr spcFirstLastPara="1" wrap="square" lIns="96100" tIns="0" rIns="96100" bIns="0" anchor="ctr" anchorCtr="1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endParaRPr>
                </a:p>
              </p:txBody>
            </p:sp>
            <p:sp>
              <p:nvSpPr>
                <p:cNvPr id="108" name="Google Shape;108;p6"/>
                <p:cNvSpPr/>
                <p:nvPr/>
              </p:nvSpPr>
              <p:spPr>
                <a:xfrm>
                  <a:off x="4384800" y="2637720"/>
                  <a:ext cx="32040" cy="316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" h="89" extrusionOk="0">
                      <a:moveTo>
                        <a:pt x="90" y="89"/>
                      </a:moveTo>
                      <a:lnTo>
                        <a:pt x="0" y="89"/>
                      </a:lnTo>
                      <a:lnTo>
                        <a:pt x="0" y="0"/>
                      </a:lnTo>
                      <a:lnTo>
                        <a:pt x="90" y="89"/>
                      </a:lnTo>
                      <a:close/>
                    </a:path>
                  </a:pathLst>
                </a:custGeom>
                <a:noFill/>
                <a:ln w="12600" cap="flat" cmpd="sng">
                  <a:solidFill>
                    <a:schemeClr val="dk1"/>
                  </a:solidFill>
                  <a:prstDash val="solid"/>
                  <a:bevel/>
                  <a:headEnd type="none" w="sm" len="sm"/>
                  <a:tailEnd type="none" w="sm" len="sm"/>
                </a:ln>
              </p:spPr>
              <p:txBody>
                <a:bodyPr spcFirstLastPara="1" wrap="square" lIns="96100" tIns="0" rIns="96100" bIns="0" anchor="ctr" anchorCtr="1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endParaRPr>
                </a:p>
              </p:txBody>
            </p:sp>
            <p:sp>
              <p:nvSpPr>
                <p:cNvPr id="109" name="Google Shape;109;p6"/>
                <p:cNvSpPr/>
                <p:nvPr/>
              </p:nvSpPr>
              <p:spPr>
                <a:xfrm>
                  <a:off x="4384800" y="1820160"/>
                  <a:ext cx="32040" cy="316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" h="89" extrusionOk="0">
                      <a:moveTo>
                        <a:pt x="0" y="89"/>
                      </a:moveTo>
                      <a:lnTo>
                        <a:pt x="0" y="0"/>
                      </a:lnTo>
                      <a:lnTo>
                        <a:pt x="90" y="0"/>
                      </a:lnTo>
                      <a:lnTo>
                        <a:pt x="0" y="89"/>
                      </a:lnTo>
                      <a:close/>
                    </a:path>
                  </a:pathLst>
                </a:custGeom>
                <a:noFill/>
                <a:ln w="12600" cap="flat" cmpd="sng">
                  <a:solidFill>
                    <a:schemeClr val="dk1"/>
                  </a:solidFill>
                  <a:prstDash val="solid"/>
                  <a:bevel/>
                  <a:headEnd type="none" w="sm" len="sm"/>
                  <a:tailEnd type="none" w="sm" len="sm"/>
                </a:ln>
              </p:spPr>
              <p:txBody>
                <a:bodyPr spcFirstLastPara="1" wrap="square" lIns="96100" tIns="0" rIns="96100" bIns="0" anchor="ctr" anchorCtr="1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endParaRPr>
                </a:p>
              </p:txBody>
            </p:sp>
            <p:sp>
              <p:nvSpPr>
                <p:cNvPr id="110" name="Google Shape;110;p6"/>
                <p:cNvSpPr/>
                <p:nvPr/>
              </p:nvSpPr>
              <p:spPr>
                <a:xfrm>
                  <a:off x="5105520" y="1820160"/>
                  <a:ext cx="31680" cy="316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" h="89" extrusionOk="0">
                      <a:moveTo>
                        <a:pt x="0" y="0"/>
                      </a:moveTo>
                      <a:lnTo>
                        <a:pt x="89" y="0"/>
                      </a:lnTo>
                      <a:lnTo>
                        <a:pt x="89" y="8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12600" cap="flat" cmpd="sng">
                  <a:solidFill>
                    <a:schemeClr val="dk1"/>
                  </a:solidFill>
                  <a:prstDash val="solid"/>
                  <a:bevel/>
                  <a:headEnd type="none" w="sm" len="sm"/>
                  <a:tailEnd type="none" w="sm" len="sm"/>
                </a:ln>
              </p:spPr>
              <p:txBody>
                <a:bodyPr spcFirstLastPara="1" wrap="square" lIns="96100" tIns="0" rIns="96100" bIns="0" anchor="ctr" anchorCtr="1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endParaRPr>
                </a:p>
              </p:txBody>
            </p:sp>
            <p:sp>
              <p:nvSpPr>
                <p:cNvPr id="111" name="Google Shape;111;p6"/>
                <p:cNvSpPr/>
                <p:nvPr/>
              </p:nvSpPr>
              <p:spPr>
                <a:xfrm>
                  <a:off x="4295520" y="1730520"/>
                  <a:ext cx="88920" cy="892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8" h="249" extrusionOk="0">
                      <a:moveTo>
                        <a:pt x="0" y="0"/>
                      </a:moveTo>
                      <a:lnTo>
                        <a:pt x="248" y="0"/>
                      </a:lnTo>
                      <a:lnTo>
                        <a:pt x="248" y="249"/>
                      </a:lnTo>
                      <a:lnTo>
                        <a:pt x="0" y="24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12600" cap="flat" cmpd="sng">
                  <a:solidFill>
                    <a:schemeClr val="dk1"/>
                  </a:solidFill>
                  <a:prstDash val="solid"/>
                  <a:bevel/>
                  <a:headEnd type="none" w="sm" len="sm"/>
                  <a:tailEnd type="none" w="sm" len="sm"/>
                </a:ln>
              </p:spPr>
              <p:txBody>
                <a:bodyPr spcFirstLastPara="1" wrap="square" lIns="96100" tIns="38500" rIns="96100" bIns="38500" anchor="ctr" anchorCtr="1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endParaRPr>
                </a:p>
              </p:txBody>
            </p:sp>
            <p:sp>
              <p:nvSpPr>
                <p:cNvPr id="112" name="Google Shape;112;p6"/>
                <p:cNvSpPr/>
                <p:nvPr/>
              </p:nvSpPr>
              <p:spPr>
                <a:xfrm>
                  <a:off x="4295520" y="2669760"/>
                  <a:ext cx="88920" cy="892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8" h="249" extrusionOk="0">
                      <a:moveTo>
                        <a:pt x="0" y="0"/>
                      </a:moveTo>
                      <a:lnTo>
                        <a:pt x="248" y="0"/>
                      </a:lnTo>
                      <a:lnTo>
                        <a:pt x="248" y="249"/>
                      </a:lnTo>
                      <a:lnTo>
                        <a:pt x="0" y="24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12600" cap="flat" cmpd="sng">
                  <a:solidFill>
                    <a:schemeClr val="dk1"/>
                  </a:solidFill>
                  <a:prstDash val="solid"/>
                  <a:bevel/>
                  <a:headEnd type="none" w="sm" len="sm"/>
                  <a:tailEnd type="none" w="sm" len="sm"/>
                </a:ln>
              </p:spPr>
              <p:txBody>
                <a:bodyPr spcFirstLastPara="1" wrap="square" lIns="96100" tIns="38500" rIns="96100" bIns="38500" anchor="ctr" anchorCtr="1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endParaRPr>
                </a:p>
              </p:txBody>
            </p:sp>
            <p:sp>
              <p:nvSpPr>
                <p:cNvPr id="113" name="Google Shape;113;p6"/>
                <p:cNvSpPr/>
                <p:nvPr/>
              </p:nvSpPr>
              <p:spPr>
                <a:xfrm>
                  <a:off x="5137560" y="1730520"/>
                  <a:ext cx="89280" cy="892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9" h="249" extrusionOk="0">
                      <a:moveTo>
                        <a:pt x="0" y="0"/>
                      </a:moveTo>
                      <a:lnTo>
                        <a:pt x="249" y="0"/>
                      </a:lnTo>
                      <a:lnTo>
                        <a:pt x="249" y="249"/>
                      </a:lnTo>
                      <a:lnTo>
                        <a:pt x="0" y="24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12600" cap="flat" cmpd="sng">
                  <a:solidFill>
                    <a:schemeClr val="dk1"/>
                  </a:solidFill>
                  <a:prstDash val="solid"/>
                  <a:bevel/>
                  <a:headEnd type="none" w="sm" len="sm"/>
                  <a:tailEnd type="none" w="sm" len="sm"/>
                </a:ln>
              </p:spPr>
              <p:txBody>
                <a:bodyPr spcFirstLastPara="1" wrap="square" lIns="96100" tIns="38500" rIns="96100" bIns="38500" anchor="ctr" anchorCtr="1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endParaRPr>
                </a:p>
              </p:txBody>
            </p:sp>
            <p:sp>
              <p:nvSpPr>
                <p:cNvPr id="114" name="Google Shape;114;p6"/>
                <p:cNvSpPr/>
                <p:nvPr/>
              </p:nvSpPr>
              <p:spPr>
                <a:xfrm>
                  <a:off x="5137560" y="2669760"/>
                  <a:ext cx="89280" cy="892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9" h="249" extrusionOk="0">
                      <a:moveTo>
                        <a:pt x="0" y="0"/>
                      </a:moveTo>
                      <a:lnTo>
                        <a:pt x="249" y="0"/>
                      </a:lnTo>
                      <a:lnTo>
                        <a:pt x="249" y="249"/>
                      </a:lnTo>
                      <a:lnTo>
                        <a:pt x="0" y="24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12600" cap="flat" cmpd="sng">
                  <a:solidFill>
                    <a:schemeClr val="dk1"/>
                  </a:solidFill>
                  <a:prstDash val="solid"/>
                  <a:bevel/>
                  <a:headEnd type="none" w="sm" len="sm"/>
                  <a:tailEnd type="none" w="sm" len="sm"/>
                </a:ln>
              </p:spPr>
              <p:txBody>
                <a:bodyPr spcFirstLastPara="1" wrap="square" lIns="96100" tIns="38500" rIns="96100" bIns="38500" anchor="ctr" anchorCtr="1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endParaRPr>
                </a:p>
              </p:txBody>
            </p:sp>
          </p:grpSp>
          <p:sp>
            <p:nvSpPr>
              <p:cNvPr id="115" name="Google Shape;115;p6"/>
              <p:cNvSpPr/>
              <p:nvPr/>
            </p:nvSpPr>
            <p:spPr>
              <a:xfrm>
                <a:off x="4725720" y="1784520"/>
                <a:ext cx="70560" cy="70920"/>
              </a:xfrm>
              <a:custGeom>
                <a:avLst/>
                <a:gdLst/>
                <a:ahLst/>
                <a:cxnLst/>
                <a:rect l="l" t="t" r="r" b="b"/>
                <a:pathLst>
                  <a:path w="197" h="198" extrusionOk="0">
                    <a:moveTo>
                      <a:pt x="197" y="99"/>
                    </a:moveTo>
                    <a:cubicBezTo>
                      <a:pt x="197" y="44"/>
                      <a:pt x="153" y="0"/>
                      <a:pt x="99" y="0"/>
                    </a:cubicBezTo>
                    <a:cubicBezTo>
                      <a:pt x="44" y="0"/>
                      <a:pt x="0" y="44"/>
                      <a:pt x="0" y="99"/>
                    </a:cubicBezTo>
                    <a:cubicBezTo>
                      <a:pt x="0" y="153"/>
                      <a:pt x="44" y="198"/>
                      <a:pt x="99" y="198"/>
                    </a:cubicBezTo>
                    <a:cubicBezTo>
                      <a:pt x="153" y="198"/>
                      <a:pt x="197" y="153"/>
                      <a:pt x="197" y="9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26275" rIns="90000" bIns="26275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116" name="Google Shape;116;p6"/>
              <p:cNvSpPr/>
              <p:nvPr/>
            </p:nvSpPr>
            <p:spPr>
              <a:xfrm>
                <a:off x="4725720" y="2634480"/>
                <a:ext cx="70560" cy="70560"/>
              </a:xfrm>
              <a:custGeom>
                <a:avLst/>
                <a:gdLst/>
                <a:ahLst/>
                <a:cxnLst/>
                <a:rect l="l" t="t" r="r" b="b"/>
                <a:pathLst>
                  <a:path w="197" h="197" extrusionOk="0">
                    <a:moveTo>
                      <a:pt x="197" y="98"/>
                    </a:moveTo>
                    <a:cubicBezTo>
                      <a:pt x="197" y="44"/>
                      <a:pt x="153" y="0"/>
                      <a:pt x="99" y="0"/>
                    </a:cubicBezTo>
                    <a:cubicBezTo>
                      <a:pt x="44" y="0"/>
                      <a:pt x="0" y="44"/>
                      <a:pt x="0" y="98"/>
                    </a:cubicBezTo>
                    <a:cubicBezTo>
                      <a:pt x="0" y="153"/>
                      <a:pt x="44" y="197"/>
                      <a:pt x="99" y="197"/>
                    </a:cubicBezTo>
                    <a:cubicBezTo>
                      <a:pt x="153" y="197"/>
                      <a:pt x="197" y="153"/>
                      <a:pt x="197" y="9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25900" rIns="90000" bIns="2590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117" name="Google Shape;117;p6"/>
              <p:cNvSpPr/>
              <p:nvPr/>
            </p:nvSpPr>
            <p:spPr>
              <a:xfrm>
                <a:off x="5102280" y="2209680"/>
                <a:ext cx="70560" cy="70560"/>
              </a:xfrm>
              <a:custGeom>
                <a:avLst/>
                <a:gdLst/>
                <a:ahLst/>
                <a:cxnLst/>
                <a:rect l="l" t="t" r="r" b="b"/>
                <a:pathLst>
                  <a:path w="197" h="197" extrusionOk="0">
                    <a:moveTo>
                      <a:pt x="98" y="197"/>
                    </a:moveTo>
                    <a:cubicBezTo>
                      <a:pt x="153" y="197"/>
                      <a:pt x="197" y="153"/>
                      <a:pt x="197" y="98"/>
                    </a:cubicBezTo>
                    <a:cubicBezTo>
                      <a:pt x="197" y="44"/>
                      <a:pt x="153" y="0"/>
                      <a:pt x="98" y="0"/>
                    </a:cubicBezTo>
                    <a:cubicBezTo>
                      <a:pt x="44" y="0"/>
                      <a:pt x="0" y="44"/>
                      <a:pt x="0" y="98"/>
                    </a:cubicBezTo>
                    <a:cubicBezTo>
                      <a:pt x="0" y="153"/>
                      <a:pt x="44" y="197"/>
                      <a:pt x="98" y="19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25900" rIns="90000" bIns="2590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118" name="Google Shape;118;p6"/>
              <p:cNvSpPr/>
              <p:nvPr/>
            </p:nvSpPr>
            <p:spPr>
              <a:xfrm>
                <a:off x="4349160" y="2209680"/>
                <a:ext cx="70920" cy="70560"/>
              </a:xfrm>
              <a:custGeom>
                <a:avLst/>
                <a:gdLst/>
                <a:ahLst/>
                <a:cxnLst/>
                <a:rect l="l" t="t" r="r" b="b"/>
                <a:pathLst>
                  <a:path w="198" h="197" extrusionOk="0">
                    <a:moveTo>
                      <a:pt x="99" y="197"/>
                    </a:moveTo>
                    <a:cubicBezTo>
                      <a:pt x="154" y="197"/>
                      <a:pt x="198" y="153"/>
                      <a:pt x="198" y="98"/>
                    </a:cubicBezTo>
                    <a:cubicBezTo>
                      <a:pt x="198" y="44"/>
                      <a:pt x="154" y="0"/>
                      <a:pt x="99" y="0"/>
                    </a:cubicBezTo>
                    <a:cubicBezTo>
                      <a:pt x="45" y="0"/>
                      <a:pt x="0" y="44"/>
                      <a:pt x="0" y="98"/>
                    </a:cubicBezTo>
                    <a:cubicBezTo>
                      <a:pt x="0" y="153"/>
                      <a:pt x="45" y="197"/>
                      <a:pt x="99" y="19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25900" rIns="90000" bIns="25900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14768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673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bre Franklin"/>
              <a:buNone/>
              <a:defRPr sz="2800" b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bre Franklin"/>
              <a:buNone/>
              <a:defRPr sz="2800" b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bre Franklin"/>
              <a:buNone/>
              <a:defRPr sz="2800" b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bre Franklin"/>
              <a:buNone/>
              <a:defRPr sz="2800" b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bre Franklin"/>
              <a:buNone/>
              <a:defRPr sz="2800" b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bre Franklin"/>
              <a:buNone/>
              <a:defRPr sz="2800" b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bre Franklin"/>
              <a:buNone/>
              <a:defRPr sz="2800" b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bre Franklin"/>
              <a:buNone/>
              <a:defRPr sz="2800" b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bre Franklin"/>
              <a:buNone/>
              <a:defRPr sz="2800" b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●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○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■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●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○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■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●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○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■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6" r:id="rId4"/>
    <p:sldLayoutId id="2147483657" r:id="rId5"/>
    <p:sldLayoutId id="2147483662" r:id="rId6"/>
    <p:sldLayoutId id="2147483666" r:id="rId7"/>
    <p:sldLayoutId id="2147483667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www.kaggle.com/datasets/claytonmiller/cubems-smart-building-energy-and-iaq-data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hyperlink" Target="https://link.springer.com/article/10.1007/s00607-025-01485-0" TargetMode="External"/><Relationship Id="rId3" Type="http://schemas.openxmlformats.org/officeDocument/2006/relationships/hyperlink" Target="https://www.researchgate.net/publication/391556962_AI-Driven_Smart_Energy_Management_Systems_for_Optimized_Renewable_Energy_Utilization_in_Urban_Smart_Grids" TargetMode="External"/><Relationship Id="rId7" Type="http://schemas.openxmlformats.org/officeDocument/2006/relationships/hyperlink" Target="https://www.mdpi.com/1996-1073/11/11/2869" TargetMode="External"/><Relationship Id="rId2" Type="http://schemas.openxmlformats.org/officeDocument/2006/relationships/hyperlink" Target="https://ieeexplore.ieee.org/stamp/stamp.jsp?tp=&amp;arnumber=10193623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www.sciencedirect.com/science/article/pii/S2666188825003867" TargetMode="External"/><Relationship Id="rId5" Type="http://schemas.openxmlformats.org/officeDocument/2006/relationships/hyperlink" Target="https://www.sciencedirect.com/science/article/abs/pii/S095965262031129X" TargetMode="External"/><Relationship Id="rId4" Type="http://schemas.openxmlformats.org/officeDocument/2006/relationships/hyperlink" Target="https://www.sciencedirect.com/science/article/abs/pii/S1364032116310619" TargetMode="Externa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26"/>
          <p:cNvSpPr txBox="1">
            <a:spLocks noGrp="1"/>
          </p:cNvSpPr>
          <p:nvPr>
            <p:ph type="ctrTitle"/>
          </p:nvPr>
        </p:nvSpPr>
        <p:spPr>
          <a:xfrm>
            <a:off x="1681497" y="1194099"/>
            <a:ext cx="5630400" cy="100415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AI-Powered Smart Energy Consumption Prediction System</a:t>
            </a:r>
            <a:endParaRPr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12" name="Google Shape;512;p26"/>
          <p:cNvGrpSpPr/>
          <p:nvPr/>
        </p:nvGrpSpPr>
        <p:grpSpPr>
          <a:xfrm>
            <a:off x="8017863" y="1495423"/>
            <a:ext cx="1011026" cy="610325"/>
            <a:chOff x="7794975" y="1724673"/>
            <a:chExt cx="1011026" cy="610325"/>
          </a:xfrm>
        </p:grpSpPr>
        <p:sp>
          <p:nvSpPr>
            <p:cNvPr id="513" name="Google Shape;513;p26"/>
            <p:cNvSpPr/>
            <p:nvPr/>
          </p:nvSpPr>
          <p:spPr>
            <a:xfrm>
              <a:off x="7794975" y="1724673"/>
              <a:ext cx="1011026" cy="610325"/>
            </a:xfrm>
            <a:custGeom>
              <a:avLst/>
              <a:gdLst/>
              <a:ahLst/>
              <a:cxnLst/>
              <a:rect l="l" t="t" r="r" b="b"/>
              <a:pathLst>
                <a:path w="2590" h="1019" extrusionOk="0">
                  <a:moveTo>
                    <a:pt x="2320" y="1019"/>
                  </a:moveTo>
                  <a:lnTo>
                    <a:pt x="270" y="1019"/>
                  </a:lnTo>
                  <a:cubicBezTo>
                    <a:pt x="121" y="1019"/>
                    <a:pt x="0" y="898"/>
                    <a:pt x="0" y="749"/>
                  </a:cubicBezTo>
                  <a:lnTo>
                    <a:pt x="0" y="270"/>
                  </a:lnTo>
                  <a:cubicBezTo>
                    <a:pt x="0" y="121"/>
                    <a:pt x="121" y="0"/>
                    <a:pt x="270" y="0"/>
                  </a:cubicBezTo>
                  <a:lnTo>
                    <a:pt x="2320" y="0"/>
                  </a:lnTo>
                  <a:cubicBezTo>
                    <a:pt x="2469" y="0"/>
                    <a:pt x="2590" y="121"/>
                    <a:pt x="2590" y="270"/>
                  </a:cubicBezTo>
                  <a:lnTo>
                    <a:pt x="2590" y="749"/>
                  </a:lnTo>
                  <a:cubicBezTo>
                    <a:pt x="2590" y="898"/>
                    <a:pt x="2469" y="1019"/>
                    <a:pt x="2320" y="1019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dk1"/>
              </a:solidFill>
              <a:prstDash val="solid"/>
              <a:bevel/>
              <a:headEnd type="none" w="sm" len="sm"/>
              <a:tailEnd type="none" w="sm" len="sm"/>
            </a:ln>
            <a:effectLst>
              <a:outerShdw dist="76200" dir="2640000" algn="bl" rotWithShape="0">
                <a:schemeClr val="accent5"/>
              </a:outerShdw>
            </a:effectLst>
          </p:spPr>
          <p:txBody>
            <a:bodyPr spcFirstLastPara="1" wrap="square" lIns="92875" tIns="47875" rIns="92875" bIns="478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grpSp>
          <p:nvGrpSpPr>
            <p:cNvPr id="514" name="Google Shape;514;p26"/>
            <p:cNvGrpSpPr/>
            <p:nvPr/>
          </p:nvGrpSpPr>
          <p:grpSpPr>
            <a:xfrm>
              <a:off x="8002408" y="1856676"/>
              <a:ext cx="596160" cy="346320"/>
              <a:chOff x="8911440" y="3502800"/>
              <a:chExt cx="596160" cy="346320"/>
            </a:xfrm>
          </p:grpSpPr>
          <p:sp>
            <p:nvSpPr>
              <p:cNvPr id="515" name="Google Shape;515;p26"/>
              <p:cNvSpPr/>
              <p:nvPr/>
            </p:nvSpPr>
            <p:spPr>
              <a:xfrm>
                <a:off x="8911440" y="3502800"/>
                <a:ext cx="596160" cy="346320"/>
              </a:xfrm>
              <a:custGeom>
                <a:avLst/>
                <a:gdLst/>
                <a:ahLst/>
                <a:cxnLst/>
                <a:rect l="l" t="t" r="r" b="b"/>
                <a:pathLst>
                  <a:path w="1656" h="962" extrusionOk="0">
                    <a:moveTo>
                      <a:pt x="1656" y="962"/>
                    </a:moveTo>
                    <a:lnTo>
                      <a:pt x="0" y="962"/>
                    </a:lnTo>
                    <a:lnTo>
                      <a:pt x="0" y="0"/>
                    </a:lnTo>
                    <a:lnTo>
                      <a:pt x="1656" y="0"/>
                    </a:lnTo>
                    <a:lnTo>
                      <a:pt x="1656" y="962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accent5">
                    <a:alpha val="50000"/>
                  </a:schemeClr>
                </a:outerShdw>
              </a:effectLst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 dirty="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516" name="Google Shape;516;p26"/>
              <p:cNvSpPr/>
              <p:nvPr/>
            </p:nvSpPr>
            <p:spPr>
              <a:xfrm>
                <a:off x="8926560" y="3522600"/>
                <a:ext cx="569880" cy="206280"/>
              </a:xfrm>
              <a:custGeom>
                <a:avLst/>
                <a:gdLst/>
                <a:ahLst/>
                <a:cxnLst/>
                <a:rect l="l" t="t" r="r" b="b"/>
                <a:pathLst>
                  <a:path w="1583" h="573" extrusionOk="0">
                    <a:moveTo>
                      <a:pt x="0" y="0"/>
                    </a:moveTo>
                    <a:lnTo>
                      <a:pt x="786" y="573"/>
                    </a:lnTo>
                    <a:lnTo>
                      <a:pt x="1583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bevel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accent5">
                    <a:alpha val="50000"/>
                  </a:schemeClr>
                </a:outerShdw>
              </a:effectLst>
            </p:spPr>
            <p:txBody>
              <a:bodyPr spcFirstLastPara="1" wrap="square" lIns="92875" tIns="47875" rIns="92875" bIns="478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 dirty="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517" name="Google Shape;517;p26"/>
              <p:cNvSpPr/>
              <p:nvPr/>
            </p:nvSpPr>
            <p:spPr>
              <a:xfrm>
                <a:off x="8926560" y="3651480"/>
                <a:ext cx="176760" cy="181800"/>
              </a:xfrm>
              <a:custGeom>
                <a:avLst/>
                <a:gdLst/>
                <a:ahLst/>
                <a:cxnLst/>
                <a:rect l="l" t="t" r="r" b="b"/>
                <a:pathLst>
                  <a:path w="491" h="505" extrusionOk="0">
                    <a:moveTo>
                      <a:pt x="0" y="505"/>
                    </a:moveTo>
                    <a:lnTo>
                      <a:pt x="491" y="0"/>
                    </a:lnTo>
                    <a:lnTo>
                      <a:pt x="0" y="50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bevel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accent5">
                    <a:alpha val="50000"/>
                  </a:schemeClr>
                </a:outerShdw>
              </a:effectLst>
            </p:spPr>
            <p:txBody>
              <a:bodyPr spcFirstLastPara="1" wrap="square" lIns="92875" tIns="47875" rIns="92875" bIns="478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 dirty="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518" name="Google Shape;518;p26"/>
              <p:cNvSpPr/>
              <p:nvPr/>
            </p:nvSpPr>
            <p:spPr>
              <a:xfrm>
                <a:off x="9319680" y="3651480"/>
                <a:ext cx="176760" cy="181800"/>
              </a:xfrm>
              <a:custGeom>
                <a:avLst/>
                <a:gdLst/>
                <a:ahLst/>
                <a:cxnLst/>
                <a:rect l="l" t="t" r="r" b="b"/>
                <a:pathLst>
                  <a:path w="491" h="505" extrusionOk="0">
                    <a:moveTo>
                      <a:pt x="491" y="505"/>
                    </a:moveTo>
                    <a:lnTo>
                      <a:pt x="0" y="0"/>
                    </a:lnTo>
                    <a:lnTo>
                      <a:pt x="491" y="50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bevel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accent5">
                    <a:alpha val="50000"/>
                  </a:schemeClr>
                </a:outerShdw>
              </a:effectLst>
            </p:spPr>
            <p:txBody>
              <a:bodyPr spcFirstLastPara="1" wrap="square" lIns="92875" tIns="47875" rIns="92875" bIns="478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 dirty="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</p:grpSp>
      <p:grpSp>
        <p:nvGrpSpPr>
          <p:cNvPr id="519" name="Google Shape;519;p26"/>
          <p:cNvGrpSpPr/>
          <p:nvPr/>
        </p:nvGrpSpPr>
        <p:grpSpPr>
          <a:xfrm>
            <a:off x="637170" y="1812005"/>
            <a:ext cx="530279" cy="646201"/>
            <a:chOff x="387720" y="3498480"/>
            <a:chExt cx="530279" cy="646201"/>
          </a:xfrm>
        </p:grpSpPr>
        <p:sp>
          <p:nvSpPr>
            <p:cNvPr id="520" name="Google Shape;520;p26"/>
            <p:cNvSpPr/>
            <p:nvPr/>
          </p:nvSpPr>
          <p:spPr>
            <a:xfrm>
              <a:off x="653040" y="3498480"/>
              <a:ext cx="300" cy="646201"/>
            </a:xfrm>
            <a:custGeom>
              <a:avLst/>
              <a:gdLst/>
              <a:ahLst/>
              <a:cxnLst/>
              <a:rect l="l" t="t" r="r" b="b"/>
              <a:pathLst>
                <a:path w="120000" h="1796" extrusionOk="0">
                  <a:moveTo>
                    <a:pt x="0" y="0"/>
                  </a:moveTo>
                  <a:lnTo>
                    <a:pt x="0" y="1796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600" cap="flat" cmpd="sng">
              <a:solidFill>
                <a:schemeClr val="accent2"/>
              </a:solidFill>
              <a:prstDash val="solid"/>
              <a:bevel/>
              <a:headEnd type="none" w="sm" len="sm"/>
              <a:tailEnd type="none" w="sm" len="sm"/>
            </a:ln>
          </p:spPr>
          <p:txBody>
            <a:bodyPr spcFirstLastPara="1" wrap="square" lIns="96100" tIns="51100" rIns="96100" bIns="5110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21" name="Google Shape;521;p26"/>
            <p:cNvSpPr/>
            <p:nvPr/>
          </p:nvSpPr>
          <p:spPr>
            <a:xfrm>
              <a:off x="387720" y="3821760"/>
              <a:ext cx="530279" cy="300"/>
            </a:xfrm>
            <a:custGeom>
              <a:avLst/>
              <a:gdLst/>
              <a:ahLst/>
              <a:cxnLst/>
              <a:rect l="l" t="t" r="r" b="b"/>
              <a:pathLst>
                <a:path w="1474" h="120000" extrusionOk="0">
                  <a:moveTo>
                    <a:pt x="1474" y="0"/>
                  </a:moveTo>
                  <a:lnTo>
                    <a:pt x="0" y="0"/>
                  </a:lnTo>
                  <a:lnTo>
                    <a:pt x="1474" y="0"/>
                  </a:lnTo>
                  <a:close/>
                </a:path>
              </a:pathLst>
            </a:custGeom>
            <a:noFill/>
            <a:ln w="12600" cap="flat" cmpd="sng">
              <a:solidFill>
                <a:schemeClr val="accent2"/>
              </a:solidFill>
              <a:prstDash val="solid"/>
              <a:bevel/>
              <a:headEnd type="none" w="sm" len="sm"/>
              <a:tailEnd type="none" w="sm" len="sm"/>
            </a:ln>
          </p:spPr>
          <p:txBody>
            <a:bodyPr spcFirstLastPara="1" wrap="square" lIns="96100" tIns="0" rIns="96100" bIns="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22" name="Google Shape;522;p26"/>
            <p:cNvSpPr/>
            <p:nvPr/>
          </p:nvSpPr>
          <p:spPr>
            <a:xfrm>
              <a:off x="465480" y="3634200"/>
              <a:ext cx="375120" cy="374761"/>
            </a:xfrm>
            <a:custGeom>
              <a:avLst/>
              <a:gdLst/>
              <a:ahLst/>
              <a:cxnLst/>
              <a:rect l="l" t="t" r="r" b="b"/>
              <a:pathLst>
                <a:path w="1043" h="1042" extrusionOk="0">
                  <a:moveTo>
                    <a:pt x="1043" y="0"/>
                  </a:moveTo>
                  <a:lnTo>
                    <a:pt x="0" y="1042"/>
                  </a:lnTo>
                  <a:lnTo>
                    <a:pt x="1043" y="0"/>
                  </a:lnTo>
                  <a:close/>
                </a:path>
              </a:pathLst>
            </a:custGeom>
            <a:noFill/>
            <a:ln w="12600" cap="flat" cmpd="sng">
              <a:solidFill>
                <a:schemeClr val="accent2"/>
              </a:solidFill>
              <a:prstDash val="solid"/>
              <a:bevel/>
              <a:headEnd type="none" w="sm" len="sm"/>
              <a:tailEnd type="none" w="sm" len="sm"/>
            </a:ln>
          </p:spPr>
          <p:txBody>
            <a:bodyPr spcFirstLastPara="1" wrap="square" lIns="96100" tIns="51100" rIns="96100" bIns="5110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23" name="Google Shape;523;p26"/>
            <p:cNvSpPr/>
            <p:nvPr/>
          </p:nvSpPr>
          <p:spPr>
            <a:xfrm>
              <a:off x="465480" y="3634200"/>
              <a:ext cx="375120" cy="374761"/>
            </a:xfrm>
            <a:custGeom>
              <a:avLst/>
              <a:gdLst/>
              <a:ahLst/>
              <a:cxnLst/>
              <a:rect l="l" t="t" r="r" b="b"/>
              <a:pathLst>
                <a:path w="1043" h="1042" extrusionOk="0">
                  <a:moveTo>
                    <a:pt x="1043" y="1042"/>
                  </a:moveTo>
                  <a:lnTo>
                    <a:pt x="0" y="0"/>
                  </a:lnTo>
                  <a:lnTo>
                    <a:pt x="1043" y="1042"/>
                  </a:lnTo>
                  <a:close/>
                </a:path>
              </a:pathLst>
            </a:custGeom>
            <a:noFill/>
            <a:ln w="12600" cap="flat" cmpd="sng">
              <a:solidFill>
                <a:schemeClr val="accent2"/>
              </a:solidFill>
              <a:prstDash val="solid"/>
              <a:bevel/>
              <a:headEnd type="none" w="sm" len="sm"/>
              <a:tailEnd type="none" w="sm" len="sm"/>
            </a:ln>
          </p:spPr>
          <p:txBody>
            <a:bodyPr spcFirstLastPara="1" wrap="square" lIns="96100" tIns="51100" rIns="96100" bIns="5110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cxnSp>
        <p:nvCxnSpPr>
          <p:cNvPr id="524" name="Google Shape;524;p26"/>
          <p:cNvCxnSpPr/>
          <p:nvPr/>
        </p:nvCxnSpPr>
        <p:spPr>
          <a:xfrm>
            <a:off x="1761538" y="4250425"/>
            <a:ext cx="5639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25" name="Google Shape;525;p26"/>
          <p:cNvGrpSpPr/>
          <p:nvPr/>
        </p:nvGrpSpPr>
        <p:grpSpPr>
          <a:xfrm>
            <a:off x="2839450" y="4190845"/>
            <a:ext cx="120960" cy="119160"/>
            <a:chOff x="1903675" y="4187320"/>
            <a:chExt cx="120960" cy="119160"/>
          </a:xfrm>
        </p:grpSpPr>
        <p:sp>
          <p:nvSpPr>
            <p:cNvPr id="526" name="Google Shape;526;p26"/>
            <p:cNvSpPr/>
            <p:nvPr/>
          </p:nvSpPr>
          <p:spPr>
            <a:xfrm>
              <a:off x="1921675" y="4203880"/>
              <a:ext cx="102960" cy="102600"/>
            </a:xfrm>
            <a:custGeom>
              <a:avLst/>
              <a:gdLst/>
              <a:ahLst/>
              <a:cxnLst/>
              <a:rect l="l" t="t" r="r" b="b"/>
              <a:pathLst>
                <a:path w="286" h="285" extrusionOk="0">
                  <a:moveTo>
                    <a:pt x="143" y="285"/>
                  </a:moveTo>
                  <a:cubicBezTo>
                    <a:pt x="64" y="285"/>
                    <a:pt x="0" y="221"/>
                    <a:pt x="0" y="143"/>
                  </a:cubicBezTo>
                  <a:cubicBezTo>
                    <a:pt x="0" y="63"/>
                    <a:pt x="64" y="0"/>
                    <a:pt x="143" y="0"/>
                  </a:cubicBezTo>
                  <a:cubicBezTo>
                    <a:pt x="222" y="0"/>
                    <a:pt x="286" y="63"/>
                    <a:pt x="286" y="143"/>
                  </a:cubicBezTo>
                  <a:cubicBezTo>
                    <a:pt x="286" y="221"/>
                    <a:pt x="222" y="285"/>
                    <a:pt x="143" y="2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27" name="Google Shape;527;p26"/>
            <p:cNvSpPr/>
            <p:nvPr/>
          </p:nvSpPr>
          <p:spPr>
            <a:xfrm>
              <a:off x="1903675" y="4187320"/>
              <a:ext cx="102960" cy="103320"/>
            </a:xfrm>
            <a:custGeom>
              <a:avLst/>
              <a:gdLst/>
              <a:ahLst/>
              <a:cxnLst/>
              <a:rect l="l" t="t" r="r" b="b"/>
              <a:pathLst>
                <a:path w="286" h="287" extrusionOk="0">
                  <a:moveTo>
                    <a:pt x="143" y="0"/>
                  </a:moveTo>
                  <a:cubicBezTo>
                    <a:pt x="222" y="0"/>
                    <a:pt x="286" y="65"/>
                    <a:pt x="286" y="144"/>
                  </a:cubicBezTo>
                  <a:cubicBezTo>
                    <a:pt x="286" y="222"/>
                    <a:pt x="222" y="287"/>
                    <a:pt x="143" y="287"/>
                  </a:cubicBezTo>
                  <a:cubicBezTo>
                    <a:pt x="64" y="287"/>
                    <a:pt x="0" y="222"/>
                    <a:pt x="0" y="144"/>
                  </a:cubicBezTo>
                  <a:cubicBezTo>
                    <a:pt x="0" y="65"/>
                    <a:pt x="64" y="0"/>
                    <a:pt x="14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528" name="Google Shape;528;p26"/>
          <p:cNvGrpSpPr/>
          <p:nvPr/>
        </p:nvGrpSpPr>
        <p:grpSpPr>
          <a:xfrm>
            <a:off x="7782835" y="2544335"/>
            <a:ext cx="709920" cy="236520"/>
            <a:chOff x="5304960" y="763560"/>
            <a:chExt cx="709920" cy="236520"/>
          </a:xfrm>
        </p:grpSpPr>
        <p:sp>
          <p:nvSpPr>
            <p:cNvPr id="529" name="Google Shape;529;p26"/>
            <p:cNvSpPr/>
            <p:nvPr/>
          </p:nvSpPr>
          <p:spPr>
            <a:xfrm>
              <a:off x="5993640" y="763560"/>
              <a:ext cx="21240" cy="20520"/>
            </a:xfrm>
            <a:custGeom>
              <a:avLst/>
              <a:gdLst/>
              <a:ahLst/>
              <a:cxnLst/>
              <a:rect l="l" t="t" r="r" b="b"/>
              <a:pathLst>
                <a:path w="60" h="58" extrusionOk="0">
                  <a:moveTo>
                    <a:pt x="0" y="29"/>
                  </a:moveTo>
                  <a:cubicBezTo>
                    <a:pt x="0" y="13"/>
                    <a:pt x="14" y="0"/>
                    <a:pt x="30" y="0"/>
                  </a:cubicBezTo>
                  <a:cubicBezTo>
                    <a:pt x="46" y="0"/>
                    <a:pt x="60" y="13"/>
                    <a:pt x="60" y="29"/>
                  </a:cubicBezTo>
                  <a:cubicBezTo>
                    <a:pt x="60" y="45"/>
                    <a:pt x="46" y="58"/>
                    <a:pt x="30" y="58"/>
                  </a:cubicBezTo>
                  <a:cubicBezTo>
                    <a:pt x="14" y="58"/>
                    <a:pt x="0" y="45"/>
                    <a:pt x="0" y="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30" name="Google Shape;530;p26"/>
            <p:cNvSpPr/>
            <p:nvPr/>
          </p:nvSpPr>
          <p:spPr>
            <a:xfrm>
              <a:off x="5856120" y="763560"/>
              <a:ext cx="20880" cy="20520"/>
            </a:xfrm>
            <a:custGeom>
              <a:avLst/>
              <a:gdLst/>
              <a:ahLst/>
              <a:cxnLst/>
              <a:rect l="l" t="t" r="r" b="b"/>
              <a:pathLst>
                <a:path w="59" h="58" extrusionOk="0">
                  <a:moveTo>
                    <a:pt x="0" y="29"/>
                  </a:moveTo>
                  <a:cubicBezTo>
                    <a:pt x="0" y="13"/>
                    <a:pt x="13" y="0"/>
                    <a:pt x="29" y="0"/>
                  </a:cubicBezTo>
                  <a:cubicBezTo>
                    <a:pt x="45" y="0"/>
                    <a:pt x="59" y="13"/>
                    <a:pt x="59" y="29"/>
                  </a:cubicBezTo>
                  <a:cubicBezTo>
                    <a:pt x="59" y="45"/>
                    <a:pt x="45" y="58"/>
                    <a:pt x="29" y="58"/>
                  </a:cubicBezTo>
                  <a:cubicBezTo>
                    <a:pt x="13" y="58"/>
                    <a:pt x="0" y="45"/>
                    <a:pt x="0" y="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31" name="Google Shape;531;p26"/>
            <p:cNvSpPr/>
            <p:nvPr/>
          </p:nvSpPr>
          <p:spPr>
            <a:xfrm>
              <a:off x="5718240" y="763560"/>
              <a:ext cx="20880" cy="20520"/>
            </a:xfrm>
            <a:custGeom>
              <a:avLst/>
              <a:gdLst/>
              <a:ahLst/>
              <a:cxnLst/>
              <a:rect l="l" t="t" r="r" b="b"/>
              <a:pathLst>
                <a:path w="59" h="58" extrusionOk="0">
                  <a:moveTo>
                    <a:pt x="0" y="29"/>
                  </a:moveTo>
                  <a:cubicBezTo>
                    <a:pt x="0" y="13"/>
                    <a:pt x="13" y="0"/>
                    <a:pt x="30" y="0"/>
                  </a:cubicBezTo>
                  <a:cubicBezTo>
                    <a:pt x="46" y="0"/>
                    <a:pt x="59" y="13"/>
                    <a:pt x="59" y="29"/>
                  </a:cubicBezTo>
                  <a:cubicBezTo>
                    <a:pt x="59" y="45"/>
                    <a:pt x="46" y="58"/>
                    <a:pt x="30" y="58"/>
                  </a:cubicBezTo>
                  <a:cubicBezTo>
                    <a:pt x="13" y="58"/>
                    <a:pt x="0" y="45"/>
                    <a:pt x="0" y="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32" name="Google Shape;532;p26"/>
            <p:cNvSpPr/>
            <p:nvPr/>
          </p:nvSpPr>
          <p:spPr>
            <a:xfrm>
              <a:off x="5580360" y="763560"/>
              <a:ext cx="20880" cy="20520"/>
            </a:xfrm>
            <a:custGeom>
              <a:avLst/>
              <a:gdLst/>
              <a:ahLst/>
              <a:cxnLst/>
              <a:rect l="l" t="t" r="r" b="b"/>
              <a:pathLst>
                <a:path w="59" h="58" extrusionOk="0">
                  <a:moveTo>
                    <a:pt x="0" y="29"/>
                  </a:moveTo>
                  <a:cubicBezTo>
                    <a:pt x="0" y="13"/>
                    <a:pt x="14" y="0"/>
                    <a:pt x="30" y="0"/>
                  </a:cubicBezTo>
                  <a:cubicBezTo>
                    <a:pt x="46" y="0"/>
                    <a:pt x="59" y="13"/>
                    <a:pt x="59" y="29"/>
                  </a:cubicBezTo>
                  <a:cubicBezTo>
                    <a:pt x="59" y="45"/>
                    <a:pt x="46" y="58"/>
                    <a:pt x="30" y="58"/>
                  </a:cubicBezTo>
                  <a:cubicBezTo>
                    <a:pt x="14" y="58"/>
                    <a:pt x="0" y="45"/>
                    <a:pt x="0" y="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33" name="Google Shape;533;p26"/>
            <p:cNvSpPr/>
            <p:nvPr/>
          </p:nvSpPr>
          <p:spPr>
            <a:xfrm>
              <a:off x="5442840" y="763560"/>
              <a:ext cx="20880" cy="20520"/>
            </a:xfrm>
            <a:custGeom>
              <a:avLst/>
              <a:gdLst/>
              <a:ahLst/>
              <a:cxnLst/>
              <a:rect l="l" t="t" r="r" b="b"/>
              <a:pathLst>
                <a:path w="59" h="58" extrusionOk="0">
                  <a:moveTo>
                    <a:pt x="0" y="29"/>
                  </a:moveTo>
                  <a:cubicBezTo>
                    <a:pt x="0" y="13"/>
                    <a:pt x="13" y="0"/>
                    <a:pt x="29" y="0"/>
                  </a:cubicBezTo>
                  <a:cubicBezTo>
                    <a:pt x="46" y="0"/>
                    <a:pt x="59" y="13"/>
                    <a:pt x="59" y="29"/>
                  </a:cubicBezTo>
                  <a:cubicBezTo>
                    <a:pt x="59" y="45"/>
                    <a:pt x="46" y="58"/>
                    <a:pt x="29" y="58"/>
                  </a:cubicBezTo>
                  <a:cubicBezTo>
                    <a:pt x="13" y="58"/>
                    <a:pt x="0" y="45"/>
                    <a:pt x="0" y="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34" name="Google Shape;534;p26"/>
            <p:cNvSpPr/>
            <p:nvPr/>
          </p:nvSpPr>
          <p:spPr>
            <a:xfrm>
              <a:off x="5304960" y="763560"/>
              <a:ext cx="20880" cy="20520"/>
            </a:xfrm>
            <a:custGeom>
              <a:avLst/>
              <a:gdLst/>
              <a:ahLst/>
              <a:cxnLst/>
              <a:rect l="l" t="t" r="r" b="b"/>
              <a:pathLst>
                <a:path w="59" h="58" extrusionOk="0">
                  <a:moveTo>
                    <a:pt x="0" y="29"/>
                  </a:moveTo>
                  <a:cubicBezTo>
                    <a:pt x="0" y="13"/>
                    <a:pt x="13" y="0"/>
                    <a:pt x="29" y="0"/>
                  </a:cubicBezTo>
                  <a:cubicBezTo>
                    <a:pt x="46" y="0"/>
                    <a:pt x="59" y="13"/>
                    <a:pt x="59" y="29"/>
                  </a:cubicBezTo>
                  <a:cubicBezTo>
                    <a:pt x="59" y="45"/>
                    <a:pt x="46" y="58"/>
                    <a:pt x="29" y="58"/>
                  </a:cubicBezTo>
                  <a:cubicBezTo>
                    <a:pt x="13" y="58"/>
                    <a:pt x="0" y="45"/>
                    <a:pt x="0" y="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35" name="Google Shape;535;p26"/>
            <p:cNvSpPr/>
            <p:nvPr/>
          </p:nvSpPr>
          <p:spPr>
            <a:xfrm>
              <a:off x="5993640" y="871560"/>
              <a:ext cx="21240" cy="20520"/>
            </a:xfrm>
            <a:custGeom>
              <a:avLst/>
              <a:gdLst/>
              <a:ahLst/>
              <a:cxnLst/>
              <a:rect l="l" t="t" r="r" b="b"/>
              <a:pathLst>
                <a:path w="60" h="58" extrusionOk="0">
                  <a:moveTo>
                    <a:pt x="0" y="29"/>
                  </a:moveTo>
                  <a:cubicBezTo>
                    <a:pt x="0" y="13"/>
                    <a:pt x="14" y="0"/>
                    <a:pt x="30" y="0"/>
                  </a:cubicBezTo>
                  <a:cubicBezTo>
                    <a:pt x="46" y="0"/>
                    <a:pt x="60" y="13"/>
                    <a:pt x="60" y="29"/>
                  </a:cubicBezTo>
                  <a:cubicBezTo>
                    <a:pt x="60" y="45"/>
                    <a:pt x="46" y="58"/>
                    <a:pt x="30" y="58"/>
                  </a:cubicBezTo>
                  <a:cubicBezTo>
                    <a:pt x="14" y="58"/>
                    <a:pt x="0" y="45"/>
                    <a:pt x="0" y="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36" name="Google Shape;536;p26"/>
            <p:cNvSpPr/>
            <p:nvPr/>
          </p:nvSpPr>
          <p:spPr>
            <a:xfrm>
              <a:off x="5856120" y="871560"/>
              <a:ext cx="20880" cy="20520"/>
            </a:xfrm>
            <a:custGeom>
              <a:avLst/>
              <a:gdLst/>
              <a:ahLst/>
              <a:cxnLst/>
              <a:rect l="l" t="t" r="r" b="b"/>
              <a:pathLst>
                <a:path w="59" h="58" extrusionOk="0">
                  <a:moveTo>
                    <a:pt x="0" y="29"/>
                  </a:moveTo>
                  <a:cubicBezTo>
                    <a:pt x="0" y="13"/>
                    <a:pt x="13" y="0"/>
                    <a:pt x="29" y="0"/>
                  </a:cubicBezTo>
                  <a:cubicBezTo>
                    <a:pt x="45" y="0"/>
                    <a:pt x="59" y="13"/>
                    <a:pt x="59" y="29"/>
                  </a:cubicBezTo>
                  <a:cubicBezTo>
                    <a:pt x="59" y="45"/>
                    <a:pt x="45" y="58"/>
                    <a:pt x="29" y="58"/>
                  </a:cubicBezTo>
                  <a:cubicBezTo>
                    <a:pt x="13" y="58"/>
                    <a:pt x="0" y="45"/>
                    <a:pt x="0" y="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37" name="Google Shape;537;p26"/>
            <p:cNvSpPr/>
            <p:nvPr/>
          </p:nvSpPr>
          <p:spPr>
            <a:xfrm>
              <a:off x="5718240" y="871560"/>
              <a:ext cx="20880" cy="20520"/>
            </a:xfrm>
            <a:custGeom>
              <a:avLst/>
              <a:gdLst/>
              <a:ahLst/>
              <a:cxnLst/>
              <a:rect l="l" t="t" r="r" b="b"/>
              <a:pathLst>
                <a:path w="59" h="58" extrusionOk="0">
                  <a:moveTo>
                    <a:pt x="0" y="29"/>
                  </a:moveTo>
                  <a:cubicBezTo>
                    <a:pt x="0" y="13"/>
                    <a:pt x="13" y="0"/>
                    <a:pt x="30" y="0"/>
                  </a:cubicBezTo>
                  <a:cubicBezTo>
                    <a:pt x="46" y="0"/>
                    <a:pt x="59" y="13"/>
                    <a:pt x="59" y="29"/>
                  </a:cubicBezTo>
                  <a:cubicBezTo>
                    <a:pt x="59" y="45"/>
                    <a:pt x="46" y="58"/>
                    <a:pt x="30" y="58"/>
                  </a:cubicBezTo>
                  <a:cubicBezTo>
                    <a:pt x="13" y="58"/>
                    <a:pt x="0" y="45"/>
                    <a:pt x="0" y="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38" name="Google Shape;538;p26"/>
            <p:cNvSpPr/>
            <p:nvPr/>
          </p:nvSpPr>
          <p:spPr>
            <a:xfrm>
              <a:off x="5580360" y="871560"/>
              <a:ext cx="20880" cy="20520"/>
            </a:xfrm>
            <a:custGeom>
              <a:avLst/>
              <a:gdLst/>
              <a:ahLst/>
              <a:cxnLst/>
              <a:rect l="l" t="t" r="r" b="b"/>
              <a:pathLst>
                <a:path w="59" h="58" extrusionOk="0">
                  <a:moveTo>
                    <a:pt x="0" y="29"/>
                  </a:moveTo>
                  <a:cubicBezTo>
                    <a:pt x="0" y="13"/>
                    <a:pt x="14" y="0"/>
                    <a:pt x="30" y="0"/>
                  </a:cubicBezTo>
                  <a:cubicBezTo>
                    <a:pt x="46" y="0"/>
                    <a:pt x="59" y="13"/>
                    <a:pt x="59" y="29"/>
                  </a:cubicBezTo>
                  <a:cubicBezTo>
                    <a:pt x="59" y="45"/>
                    <a:pt x="46" y="58"/>
                    <a:pt x="30" y="58"/>
                  </a:cubicBezTo>
                  <a:cubicBezTo>
                    <a:pt x="14" y="58"/>
                    <a:pt x="0" y="45"/>
                    <a:pt x="0" y="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39" name="Google Shape;539;p26"/>
            <p:cNvSpPr/>
            <p:nvPr/>
          </p:nvSpPr>
          <p:spPr>
            <a:xfrm>
              <a:off x="5442840" y="871560"/>
              <a:ext cx="20880" cy="20520"/>
            </a:xfrm>
            <a:custGeom>
              <a:avLst/>
              <a:gdLst/>
              <a:ahLst/>
              <a:cxnLst/>
              <a:rect l="l" t="t" r="r" b="b"/>
              <a:pathLst>
                <a:path w="59" h="58" extrusionOk="0">
                  <a:moveTo>
                    <a:pt x="0" y="29"/>
                  </a:moveTo>
                  <a:cubicBezTo>
                    <a:pt x="0" y="13"/>
                    <a:pt x="13" y="0"/>
                    <a:pt x="29" y="0"/>
                  </a:cubicBezTo>
                  <a:cubicBezTo>
                    <a:pt x="46" y="0"/>
                    <a:pt x="59" y="13"/>
                    <a:pt x="59" y="29"/>
                  </a:cubicBezTo>
                  <a:cubicBezTo>
                    <a:pt x="59" y="45"/>
                    <a:pt x="46" y="58"/>
                    <a:pt x="29" y="58"/>
                  </a:cubicBezTo>
                  <a:cubicBezTo>
                    <a:pt x="13" y="58"/>
                    <a:pt x="0" y="45"/>
                    <a:pt x="0" y="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40" name="Google Shape;540;p26"/>
            <p:cNvSpPr/>
            <p:nvPr/>
          </p:nvSpPr>
          <p:spPr>
            <a:xfrm>
              <a:off x="5304960" y="871560"/>
              <a:ext cx="20880" cy="20520"/>
            </a:xfrm>
            <a:custGeom>
              <a:avLst/>
              <a:gdLst/>
              <a:ahLst/>
              <a:cxnLst/>
              <a:rect l="l" t="t" r="r" b="b"/>
              <a:pathLst>
                <a:path w="59" h="58" extrusionOk="0">
                  <a:moveTo>
                    <a:pt x="0" y="29"/>
                  </a:moveTo>
                  <a:cubicBezTo>
                    <a:pt x="0" y="13"/>
                    <a:pt x="13" y="0"/>
                    <a:pt x="29" y="0"/>
                  </a:cubicBezTo>
                  <a:cubicBezTo>
                    <a:pt x="46" y="0"/>
                    <a:pt x="59" y="13"/>
                    <a:pt x="59" y="29"/>
                  </a:cubicBezTo>
                  <a:cubicBezTo>
                    <a:pt x="59" y="45"/>
                    <a:pt x="46" y="58"/>
                    <a:pt x="29" y="58"/>
                  </a:cubicBezTo>
                  <a:cubicBezTo>
                    <a:pt x="13" y="58"/>
                    <a:pt x="0" y="45"/>
                    <a:pt x="0" y="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41" name="Google Shape;541;p26"/>
            <p:cNvSpPr/>
            <p:nvPr/>
          </p:nvSpPr>
          <p:spPr>
            <a:xfrm>
              <a:off x="5993640" y="979560"/>
              <a:ext cx="21240" cy="20520"/>
            </a:xfrm>
            <a:custGeom>
              <a:avLst/>
              <a:gdLst/>
              <a:ahLst/>
              <a:cxnLst/>
              <a:rect l="l" t="t" r="r" b="b"/>
              <a:pathLst>
                <a:path w="60" h="58" extrusionOk="0">
                  <a:moveTo>
                    <a:pt x="0" y="29"/>
                  </a:moveTo>
                  <a:cubicBezTo>
                    <a:pt x="0" y="13"/>
                    <a:pt x="14" y="0"/>
                    <a:pt x="30" y="0"/>
                  </a:cubicBezTo>
                  <a:cubicBezTo>
                    <a:pt x="46" y="0"/>
                    <a:pt x="60" y="13"/>
                    <a:pt x="60" y="29"/>
                  </a:cubicBezTo>
                  <a:cubicBezTo>
                    <a:pt x="60" y="45"/>
                    <a:pt x="46" y="58"/>
                    <a:pt x="30" y="58"/>
                  </a:cubicBezTo>
                  <a:cubicBezTo>
                    <a:pt x="14" y="58"/>
                    <a:pt x="0" y="45"/>
                    <a:pt x="0" y="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42" name="Google Shape;542;p26"/>
            <p:cNvSpPr/>
            <p:nvPr/>
          </p:nvSpPr>
          <p:spPr>
            <a:xfrm>
              <a:off x="5856120" y="979560"/>
              <a:ext cx="20880" cy="20520"/>
            </a:xfrm>
            <a:custGeom>
              <a:avLst/>
              <a:gdLst/>
              <a:ahLst/>
              <a:cxnLst/>
              <a:rect l="l" t="t" r="r" b="b"/>
              <a:pathLst>
                <a:path w="59" h="58" extrusionOk="0">
                  <a:moveTo>
                    <a:pt x="0" y="29"/>
                  </a:moveTo>
                  <a:cubicBezTo>
                    <a:pt x="0" y="13"/>
                    <a:pt x="13" y="0"/>
                    <a:pt x="29" y="0"/>
                  </a:cubicBezTo>
                  <a:cubicBezTo>
                    <a:pt x="45" y="0"/>
                    <a:pt x="59" y="13"/>
                    <a:pt x="59" y="29"/>
                  </a:cubicBezTo>
                  <a:cubicBezTo>
                    <a:pt x="59" y="45"/>
                    <a:pt x="45" y="58"/>
                    <a:pt x="29" y="58"/>
                  </a:cubicBezTo>
                  <a:cubicBezTo>
                    <a:pt x="13" y="58"/>
                    <a:pt x="0" y="45"/>
                    <a:pt x="0" y="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43" name="Google Shape;543;p26"/>
            <p:cNvSpPr/>
            <p:nvPr/>
          </p:nvSpPr>
          <p:spPr>
            <a:xfrm>
              <a:off x="5718240" y="979560"/>
              <a:ext cx="20880" cy="20520"/>
            </a:xfrm>
            <a:custGeom>
              <a:avLst/>
              <a:gdLst/>
              <a:ahLst/>
              <a:cxnLst/>
              <a:rect l="l" t="t" r="r" b="b"/>
              <a:pathLst>
                <a:path w="59" h="58" extrusionOk="0">
                  <a:moveTo>
                    <a:pt x="0" y="29"/>
                  </a:moveTo>
                  <a:cubicBezTo>
                    <a:pt x="0" y="13"/>
                    <a:pt x="13" y="0"/>
                    <a:pt x="30" y="0"/>
                  </a:cubicBezTo>
                  <a:cubicBezTo>
                    <a:pt x="46" y="0"/>
                    <a:pt x="59" y="13"/>
                    <a:pt x="59" y="29"/>
                  </a:cubicBezTo>
                  <a:cubicBezTo>
                    <a:pt x="59" y="45"/>
                    <a:pt x="46" y="58"/>
                    <a:pt x="30" y="58"/>
                  </a:cubicBezTo>
                  <a:cubicBezTo>
                    <a:pt x="13" y="58"/>
                    <a:pt x="0" y="45"/>
                    <a:pt x="0" y="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44" name="Google Shape;544;p26"/>
            <p:cNvSpPr/>
            <p:nvPr/>
          </p:nvSpPr>
          <p:spPr>
            <a:xfrm>
              <a:off x="5580360" y="979560"/>
              <a:ext cx="20880" cy="20520"/>
            </a:xfrm>
            <a:custGeom>
              <a:avLst/>
              <a:gdLst/>
              <a:ahLst/>
              <a:cxnLst/>
              <a:rect l="l" t="t" r="r" b="b"/>
              <a:pathLst>
                <a:path w="59" h="58" extrusionOk="0">
                  <a:moveTo>
                    <a:pt x="0" y="29"/>
                  </a:moveTo>
                  <a:cubicBezTo>
                    <a:pt x="0" y="13"/>
                    <a:pt x="14" y="0"/>
                    <a:pt x="30" y="0"/>
                  </a:cubicBezTo>
                  <a:cubicBezTo>
                    <a:pt x="46" y="0"/>
                    <a:pt x="59" y="13"/>
                    <a:pt x="59" y="29"/>
                  </a:cubicBezTo>
                  <a:cubicBezTo>
                    <a:pt x="59" y="45"/>
                    <a:pt x="46" y="58"/>
                    <a:pt x="30" y="58"/>
                  </a:cubicBezTo>
                  <a:cubicBezTo>
                    <a:pt x="14" y="58"/>
                    <a:pt x="0" y="45"/>
                    <a:pt x="0" y="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45" name="Google Shape;545;p26"/>
            <p:cNvSpPr/>
            <p:nvPr/>
          </p:nvSpPr>
          <p:spPr>
            <a:xfrm>
              <a:off x="5442840" y="979560"/>
              <a:ext cx="20880" cy="20520"/>
            </a:xfrm>
            <a:custGeom>
              <a:avLst/>
              <a:gdLst/>
              <a:ahLst/>
              <a:cxnLst/>
              <a:rect l="l" t="t" r="r" b="b"/>
              <a:pathLst>
                <a:path w="59" h="58" extrusionOk="0">
                  <a:moveTo>
                    <a:pt x="0" y="29"/>
                  </a:moveTo>
                  <a:cubicBezTo>
                    <a:pt x="0" y="13"/>
                    <a:pt x="13" y="0"/>
                    <a:pt x="29" y="0"/>
                  </a:cubicBezTo>
                  <a:cubicBezTo>
                    <a:pt x="46" y="0"/>
                    <a:pt x="59" y="13"/>
                    <a:pt x="59" y="29"/>
                  </a:cubicBezTo>
                  <a:cubicBezTo>
                    <a:pt x="59" y="45"/>
                    <a:pt x="46" y="58"/>
                    <a:pt x="29" y="58"/>
                  </a:cubicBezTo>
                  <a:cubicBezTo>
                    <a:pt x="13" y="58"/>
                    <a:pt x="0" y="45"/>
                    <a:pt x="0" y="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46" name="Google Shape;546;p26"/>
            <p:cNvSpPr/>
            <p:nvPr/>
          </p:nvSpPr>
          <p:spPr>
            <a:xfrm>
              <a:off x="5304960" y="979560"/>
              <a:ext cx="20880" cy="20520"/>
            </a:xfrm>
            <a:custGeom>
              <a:avLst/>
              <a:gdLst/>
              <a:ahLst/>
              <a:cxnLst/>
              <a:rect l="l" t="t" r="r" b="b"/>
              <a:pathLst>
                <a:path w="59" h="58" extrusionOk="0">
                  <a:moveTo>
                    <a:pt x="0" y="29"/>
                  </a:moveTo>
                  <a:cubicBezTo>
                    <a:pt x="0" y="13"/>
                    <a:pt x="13" y="0"/>
                    <a:pt x="29" y="0"/>
                  </a:cubicBezTo>
                  <a:cubicBezTo>
                    <a:pt x="46" y="0"/>
                    <a:pt x="59" y="13"/>
                    <a:pt x="59" y="29"/>
                  </a:cubicBezTo>
                  <a:cubicBezTo>
                    <a:pt x="59" y="45"/>
                    <a:pt x="46" y="58"/>
                    <a:pt x="29" y="58"/>
                  </a:cubicBezTo>
                  <a:cubicBezTo>
                    <a:pt x="13" y="58"/>
                    <a:pt x="0" y="45"/>
                    <a:pt x="0" y="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547" name="Google Shape;547;p26"/>
          <p:cNvGrpSpPr/>
          <p:nvPr/>
        </p:nvGrpSpPr>
        <p:grpSpPr>
          <a:xfrm>
            <a:off x="850395" y="3214375"/>
            <a:ext cx="678240" cy="415440"/>
            <a:chOff x="-962030" y="2476750"/>
            <a:chExt cx="678240" cy="415440"/>
          </a:xfrm>
        </p:grpSpPr>
        <p:sp>
          <p:nvSpPr>
            <p:cNvPr id="548" name="Google Shape;548;p26"/>
            <p:cNvSpPr/>
            <p:nvPr/>
          </p:nvSpPr>
          <p:spPr>
            <a:xfrm>
              <a:off x="-962030" y="2476750"/>
              <a:ext cx="678240" cy="415440"/>
            </a:xfrm>
            <a:custGeom>
              <a:avLst/>
              <a:gdLst/>
              <a:ahLst/>
              <a:cxnLst/>
              <a:rect l="l" t="t" r="r" b="b"/>
              <a:pathLst>
                <a:path w="1884" h="1154" extrusionOk="0">
                  <a:moveTo>
                    <a:pt x="1307" y="1154"/>
                  </a:moveTo>
                  <a:lnTo>
                    <a:pt x="0" y="1154"/>
                  </a:lnTo>
                  <a:lnTo>
                    <a:pt x="0" y="577"/>
                  </a:lnTo>
                  <a:cubicBezTo>
                    <a:pt x="0" y="258"/>
                    <a:pt x="258" y="0"/>
                    <a:pt x="577" y="0"/>
                  </a:cubicBezTo>
                  <a:lnTo>
                    <a:pt x="1307" y="0"/>
                  </a:lnTo>
                  <a:cubicBezTo>
                    <a:pt x="1626" y="0"/>
                    <a:pt x="1884" y="258"/>
                    <a:pt x="1884" y="577"/>
                  </a:cubicBezTo>
                  <a:cubicBezTo>
                    <a:pt x="1884" y="896"/>
                    <a:pt x="1626" y="1154"/>
                    <a:pt x="1307" y="115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grpSp>
          <p:nvGrpSpPr>
            <p:cNvPr id="549" name="Google Shape;549;p26"/>
            <p:cNvGrpSpPr/>
            <p:nvPr/>
          </p:nvGrpSpPr>
          <p:grpSpPr>
            <a:xfrm>
              <a:off x="-815870" y="2671150"/>
              <a:ext cx="374400" cy="50760"/>
              <a:chOff x="5989680" y="3796200"/>
              <a:chExt cx="374400" cy="50760"/>
            </a:xfrm>
          </p:grpSpPr>
          <p:sp>
            <p:nvSpPr>
              <p:cNvPr id="550" name="Google Shape;550;p26"/>
              <p:cNvSpPr/>
              <p:nvPr/>
            </p:nvSpPr>
            <p:spPr>
              <a:xfrm>
                <a:off x="5989680" y="3796200"/>
                <a:ext cx="50400" cy="50760"/>
              </a:xfrm>
              <a:custGeom>
                <a:avLst/>
                <a:gdLst/>
                <a:ahLst/>
                <a:cxnLst/>
                <a:rect l="l" t="t" r="r" b="b"/>
                <a:pathLst>
                  <a:path w="140" h="141" extrusionOk="0">
                    <a:moveTo>
                      <a:pt x="140" y="71"/>
                    </a:moveTo>
                    <a:cubicBezTo>
                      <a:pt x="140" y="32"/>
                      <a:pt x="109" y="0"/>
                      <a:pt x="70" y="0"/>
                    </a:cubicBezTo>
                    <a:cubicBezTo>
                      <a:pt x="31" y="0"/>
                      <a:pt x="0" y="32"/>
                      <a:pt x="0" y="71"/>
                    </a:cubicBezTo>
                    <a:cubicBezTo>
                      <a:pt x="0" y="110"/>
                      <a:pt x="31" y="141"/>
                      <a:pt x="70" y="141"/>
                    </a:cubicBezTo>
                    <a:cubicBezTo>
                      <a:pt x="109" y="141"/>
                      <a:pt x="140" y="110"/>
                      <a:pt x="140" y="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5750" rIns="90000" bIns="57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551" name="Google Shape;551;p26"/>
              <p:cNvSpPr/>
              <p:nvPr/>
            </p:nvSpPr>
            <p:spPr>
              <a:xfrm>
                <a:off x="6151680" y="3796200"/>
                <a:ext cx="50400" cy="50760"/>
              </a:xfrm>
              <a:custGeom>
                <a:avLst/>
                <a:gdLst/>
                <a:ahLst/>
                <a:cxnLst/>
                <a:rect l="l" t="t" r="r" b="b"/>
                <a:pathLst>
                  <a:path w="140" h="141" extrusionOk="0">
                    <a:moveTo>
                      <a:pt x="140" y="71"/>
                    </a:moveTo>
                    <a:cubicBezTo>
                      <a:pt x="140" y="32"/>
                      <a:pt x="109" y="0"/>
                      <a:pt x="70" y="0"/>
                    </a:cubicBezTo>
                    <a:cubicBezTo>
                      <a:pt x="31" y="0"/>
                      <a:pt x="0" y="32"/>
                      <a:pt x="0" y="71"/>
                    </a:cubicBezTo>
                    <a:cubicBezTo>
                      <a:pt x="0" y="110"/>
                      <a:pt x="31" y="141"/>
                      <a:pt x="70" y="141"/>
                    </a:cubicBezTo>
                    <a:cubicBezTo>
                      <a:pt x="109" y="141"/>
                      <a:pt x="140" y="110"/>
                      <a:pt x="140" y="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5750" rIns="90000" bIns="57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552" name="Google Shape;552;p26"/>
              <p:cNvSpPr/>
              <p:nvPr/>
            </p:nvSpPr>
            <p:spPr>
              <a:xfrm>
                <a:off x="6313680" y="3796200"/>
                <a:ext cx="50400" cy="50760"/>
              </a:xfrm>
              <a:custGeom>
                <a:avLst/>
                <a:gdLst/>
                <a:ahLst/>
                <a:cxnLst/>
                <a:rect l="l" t="t" r="r" b="b"/>
                <a:pathLst>
                  <a:path w="140" h="141" extrusionOk="0">
                    <a:moveTo>
                      <a:pt x="140" y="71"/>
                    </a:moveTo>
                    <a:cubicBezTo>
                      <a:pt x="140" y="32"/>
                      <a:pt x="109" y="0"/>
                      <a:pt x="70" y="0"/>
                    </a:cubicBezTo>
                    <a:cubicBezTo>
                      <a:pt x="31" y="0"/>
                      <a:pt x="0" y="32"/>
                      <a:pt x="0" y="71"/>
                    </a:cubicBezTo>
                    <a:cubicBezTo>
                      <a:pt x="0" y="110"/>
                      <a:pt x="31" y="141"/>
                      <a:pt x="70" y="141"/>
                    </a:cubicBezTo>
                    <a:cubicBezTo>
                      <a:pt x="109" y="141"/>
                      <a:pt x="140" y="110"/>
                      <a:pt x="140" y="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5750" rIns="90000" bIns="57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</p:grpSp>
      <p:sp>
        <p:nvSpPr>
          <p:cNvPr id="553" name="Google Shape;553;p26"/>
          <p:cNvSpPr/>
          <p:nvPr/>
        </p:nvSpPr>
        <p:spPr>
          <a:xfrm>
            <a:off x="6640097" y="4390018"/>
            <a:ext cx="447480" cy="510840"/>
          </a:xfrm>
          <a:custGeom>
            <a:avLst/>
            <a:gdLst/>
            <a:ahLst/>
            <a:cxnLst/>
            <a:rect l="l" t="t" r="r" b="b"/>
            <a:pathLst>
              <a:path w="1243" h="1419" extrusionOk="0">
                <a:moveTo>
                  <a:pt x="872" y="102"/>
                </a:moveTo>
                <a:lnTo>
                  <a:pt x="0" y="0"/>
                </a:lnTo>
                <a:lnTo>
                  <a:pt x="89" y="995"/>
                </a:lnTo>
                <a:lnTo>
                  <a:pt x="273" y="784"/>
                </a:lnTo>
                <a:lnTo>
                  <a:pt x="829" y="1419"/>
                </a:lnTo>
                <a:lnTo>
                  <a:pt x="1243" y="947"/>
                </a:lnTo>
                <a:lnTo>
                  <a:pt x="687" y="313"/>
                </a:lnTo>
                <a:lnTo>
                  <a:pt x="872" y="102"/>
                </a:lnTo>
                <a:close/>
              </a:path>
            </a:pathLst>
          </a:cu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4496697" y="2793871"/>
            <a:ext cx="4012602" cy="14311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 - 111	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221FA04151 – G.  Maneesha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221FA04161 – K.  Kumari  Supraja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Dr. M. Rajarao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285"/>
    </mc:Choice>
    <mc:Fallback xmlns="">
      <p:transition spd="slow" advTm="8285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561368" y="794479"/>
            <a:ext cx="8083868" cy="3881429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Motivation and Problem Statement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Architecture</a:t>
            </a:r>
            <a:endParaRPr lang="en-US" sz="1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Tools &amp; Technologies</a:t>
            </a:r>
            <a:endParaRPr lang="en-US" sz="1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Analysis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Scope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298864" y="271411"/>
            <a:ext cx="6619009" cy="383216"/>
          </a:xfrm>
        </p:spPr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7069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561368" y="915947"/>
            <a:ext cx="8083868" cy="3759961"/>
          </a:xfrm>
        </p:spPr>
        <p:txBody>
          <a:bodyPr/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modern smart buildings, electricity usage in smart buildings changes continuously due to:</a:t>
            </a: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Occupancy variations</a:t>
            </a: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Weather/environmental conditions</a:t>
            </a: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 of appliances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demand cannot be anticipated in advance. In result,</a:t>
            </a: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wastage, </a:t>
            </a: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electricity cost</a:t>
            </a: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Inefficient resource utilization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§"/>
            </a:pP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298864" y="271411"/>
            <a:ext cx="6619009" cy="383216"/>
          </a:xfrm>
        </p:spPr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7947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561368" y="734519"/>
            <a:ext cx="8083868" cy="4084820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Energy Management Systems:</a:t>
            </a:r>
            <a:endParaRPr lang="en-US" sz="1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Rule-based monitoring only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predictive capability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Reactive rather than proactive control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Cannot analyze multi-parameter environmental data: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Lighting load, Plug load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Temperature, Humidity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Ambient light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 to forecast future consumption accurately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address this challenge, there is a need to develop an 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Smart Energy Consumption Prediction System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leverages Machine Learning techniques.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298864" y="271411"/>
            <a:ext cx="6619009" cy="383216"/>
          </a:xfrm>
        </p:spPr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6698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561368" y="1259174"/>
            <a:ext cx="8083868" cy="3416734"/>
          </a:xfrm>
        </p:spPr>
        <p:txBody>
          <a:bodyPr/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will analyze historical energy consumption data along with indoor environmental parameters to predict future energy demand.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enabling data-driven energy prediction, the system aims to support efficient energy management, reduce wastage, optimize operational costs, and promote sustainable smart building operations.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298864" y="271411"/>
            <a:ext cx="6619009" cy="383216"/>
          </a:xfrm>
        </p:spPr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9632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561368" y="915948"/>
            <a:ext cx="8083868" cy="3437844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historical smart building energy consumption data in order to understand usage patterns and trends.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the impact of environmental factors such as temperature, humidity, lighting load, plug load, and ambient light on energy usage.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machine learning–based prediction model to accurately forecast future energy consumption.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energy efficiency and reduce power wastage through data-driven insights.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sustainable energy management and cost optimization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298864" y="271411"/>
            <a:ext cx="6619009" cy="383216"/>
          </a:xfrm>
        </p:spPr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260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1822" y="157258"/>
            <a:ext cx="7704000" cy="572700"/>
          </a:xfrm>
        </p:spPr>
        <p:txBody>
          <a:bodyPr/>
          <a:lstStyle/>
          <a:p>
            <a:r>
              <a:rPr lang="en-US" dirty="0"/>
              <a:t>Literature Survey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33488" y="808690"/>
          <a:ext cx="8477024" cy="39677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92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9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92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92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861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sz="1800" baseline="0" dirty="0">
                          <a:latin typeface="Times New Roman" pitchFamily="18" charset="0"/>
                          <a:cs typeface="Times New Roman" pitchFamily="18" charset="0"/>
                        </a:rPr>
                        <a:t>Title /Year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Methodology /models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Dataset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Limitations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0938"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 pitchFamily="18" charset="0"/>
                          <a:cs typeface="Times New Roman" pitchFamily="18" charset="0"/>
                        </a:rPr>
                        <a:t>[1]. Energy consumption prediction by using machine learning for smart building (2021)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sz="1300" dirty="0">
                          <a:latin typeface="Times New Roman" pitchFamily="18" charset="0"/>
                          <a:cs typeface="Times New Roman" pitchFamily="18" charset="0"/>
                        </a:rPr>
                        <a:t>Multiple Linear Regression (MLR), SVM, ANN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 pitchFamily="18" charset="0"/>
                          <a:cs typeface="Times New Roman" pitchFamily="18" charset="0"/>
                        </a:rPr>
                        <a:t>Smart building energy consumption data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 pitchFamily="18" charset="0"/>
                          <a:cs typeface="Times New Roman" pitchFamily="18" charset="0"/>
                        </a:rPr>
                        <a:t>Single building case study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64079"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 pitchFamily="18" charset="0"/>
                          <a:cs typeface="Times New Roman" pitchFamily="18" charset="0"/>
                        </a:rPr>
                        <a:t>[2]. AI-Driven Smart Energy Management Systems for Optimized Renewable Energy Utilization in Urban Smart Grids 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sz="1300" dirty="0">
                          <a:latin typeface="Times New Roman" pitchFamily="18" charset="0"/>
                          <a:cs typeface="Times New Roman" pitchFamily="18" charset="0"/>
                        </a:rPr>
                        <a:t>ML forecasting models, AI-based optimization, smart grid simulations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 pitchFamily="18" charset="0"/>
                          <a:cs typeface="Times New Roman" pitchFamily="18" charset="0"/>
                        </a:rPr>
                        <a:t>Renewable energy and smart grid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 pitchFamily="18" charset="0"/>
                          <a:cs typeface="Times New Roman" pitchFamily="18" charset="0"/>
                        </a:rPr>
                        <a:t>Simulation-based study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6407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sz="1300" b="0" dirty="0">
                          <a:latin typeface="Times New Roman" pitchFamily="18" charset="0"/>
                          <a:cs typeface="Times New Roman" pitchFamily="18" charset="0"/>
                        </a:rPr>
                        <a:t>[3]. Artificial Intelligence Evolution in Smart Buildings for Energy Efficiency (2021)</a:t>
                      </a:r>
                    </a:p>
                    <a:p>
                      <a:endParaRPr lang="en-US" sz="13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 pitchFamily="18" charset="0"/>
                          <a:cs typeface="Times New Roman" pitchFamily="18" charset="0"/>
                        </a:rPr>
                        <a:t>ANN, Deep Learning, Reinforcement Learning, Fuzzy Logic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 pitchFamily="18" charset="0"/>
                          <a:cs typeface="Times New Roman" pitchFamily="18" charset="0"/>
                        </a:rPr>
                        <a:t>Literature-based datasets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 pitchFamily="18" charset="0"/>
                          <a:cs typeface="Times New Roman" pitchFamily="18" charset="0"/>
                        </a:rPr>
                        <a:t>No experimental validation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68940" y="258185"/>
          <a:ext cx="8649148" cy="45733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22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22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22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22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085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sz="1800" baseline="0" dirty="0">
                          <a:latin typeface="Times New Roman" pitchFamily="18" charset="0"/>
                          <a:cs typeface="Times New Roman" pitchFamily="18" charset="0"/>
                        </a:rPr>
                        <a:t>Title /Year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Methodology /models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Dataset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Limitations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8569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[4]. Energy Consumption Prediction using Machine Learning (2022)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Linear Regression, SVR, Decision Tree, 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Energy consumption datasets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Limited dataset size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78783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[5]. AI-Based Energy Management in Smart Buildings (2020)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Machine Learning, Deep Learning, Hybrid AI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Multi-domain datasets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Generalized conclusions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100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[6]. From Prediction to Sustainability (2022)</a:t>
                      </a:r>
                      <a:endParaRPr lang="en-US" sz="14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Machine Learning and Deep Learning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Smart city energy datasets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High computational complexity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1268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[7]. Artificial Intelligence-Based Energy Management System for Renewable Energy Sources (2020)</a:t>
                      </a:r>
                      <a:endParaRPr lang="en-US" sz="14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ANN, Fuzzy Logic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Smart grid and renewable energy datasets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Limited real-time deployment and scalability issues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7878" y="910294"/>
            <a:ext cx="7704000" cy="572700"/>
          </a:xfrm>
        </p:spPr>
        <p:txBody>
          <a:bodyPr/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Limitations in Base paper</a:t>
            </a:r>
          </a:p>
        </p:txBody>
      </p:sp>
      <p:sp>
        <p:nvSpPr>
          <p:cNvPr id="34817" name="Rectangle 1"/>
          <p:cNvSpPr>
            <a:spLocks noChangeArrowheads="1"/>
          </p:cNvSpPr>
          <p:nvPr/>
        </p:nvSpPr>
        <p:spPr bwMode="auto">
          <a:xfrm>
            <a:off x="978947" y="1538343"/>
            <a:ext cx="6609502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sz="1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Lack of standardized datasets across different studies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sz="1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Limited discussion on real-time deployment constraints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sz="1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Economic cost analysis of ML/DL solutions is not deeply explored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sz="1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Practical implementation challenges in developing regions are briefly addressed</a:t>
            </a:r>
          </a:p>
          <a:p>
            <a:pPr lvl="2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sz="1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	</a:t>
            </a:r>
          </a:p>
          <a:p>
            <a:pPr lvl="2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kumimoji="0" lang="en-US" sz="15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2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itchFamily="2" charset="2"/>
              <a:buChar char="Ø"/>
            </a:pPr>
            <a:r>
              <a:rPr kumimoji="0" lang="en-US" sz="1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Environmental impact of high computational energy consumption is not quantified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50315" y="2893807"/>
            <a:ext cx="5045337" cy="743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itchFamily="2" charset="2"/>
              <a:buChar char="§"/>
            </a:pP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Data quality and availability in smart energy systems</a:t>
            </a:r>
          </a:p>
          <a:p>
            <a:pPr lvl="2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itchFamily="2" charset="2"/>
              <a:buChar char="§"/>
            </a:pP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Integration of AI models with existing energy infrastructure</a:t>
            </a:r>
            <a:endParaRPr lang="en-US" sz="15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FFA5EE-EA6C-769C-963B-289918B258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31" y="1063263"/>
            <a:ext cx="6809678" cy="346656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645A1B1-50EF-3301-B8B1-27D3E0BFE84F}"/>
              </a:ext>
            </a:extLst>
          </p:cNvPr>
          <p:cNvSpPr txBox="1"/>
          <p:nvPr/>
        </p:nvSpPr>
        <p:spPr>
          <a:xfrm>
            <a:off x="3029415" y="299205"/>
            <a:ext cx="30851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+mj-lt"/>
                <a:cs typeface="Times New Roman" panose="02020603050405020304" pitchFamily="18" charset="0"/>
              </a:rPr>
              <a:t>DATASET - Kaggle</a:t>
            </a:r>
            <a:endParaRPr lang="en-IN" sz="1600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65A3B0-6A54-3D63-A012-6AC437E1141A}"/>
              </a:ext>
            </a:extLst>
          </p:cNvPr>
          <p:cNvSpPr txBox="1"/>
          <p:nvPr/>
        </p:nvSpPr>
        <p:spPr>
          <a:xfrm>
            <a:off x="490657" y="743417"/>
            <a:ext cx="78598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link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https://www.kaggle.com/datasets/claytonmiller/cubems-smart-building-energy-and-iaq-data</a:t>
            </a:r>
            <a:endParaRPr lang="en-IN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233ACE-46FE-DC87-2AB4-7B218C9C6624}"/>
              </a:ext>
            </a:extLst>
          </p:cNvPr>
          <p:cNvSpPr txBox="1"/>
          <p:nvPr/>
        </p:nvSpPr>
        <p:spPr>
          <a:xfrm>
            <a:off x="3642731" y="4549700"/>
            <a:ext cx="11929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2: Dataset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oogle Shape;1679;p46"/>
          <p:cNvGrpSpPr/>
          <p:nvPr/>
        </p:nvGrpSpPr>
        <p:grpSpPr>
          <a:xfrm>
            <a:off x="8123753" y="756299"/>
            <a:ext cx="608130" cy="1540992"/>
            <a:chOff x="6143102" y="1330775"/>
            <a:chExt cx="325604" cy="825075"/>
          </a:xfrm>
        </p:grpSpPr>
        <p:sp>
          <p:nvSpPr>
            <p:cNvPr id="20" name="Google Shape;1680;p46"/>
            <p:cNvSpPr/>
            <p:nvPr/>
          </p:nvSpPr>
          <p:spPr>
            <a:xfrm>
              <a:off x="6211252" y="1911210"/>
              <a:ext cx="189013" cy="244640"/>
            </a:xfrm>
            <a:custGeom>
              <a:avLst/>
              <a:gdLst/>
              <a:ahLst/>
              <a:cxnLst/>
              <a:rect l="l" t="t" r="r" b="b"/>
              <a:pathLst>
                <a:path w="649" h="840" extrusionOk="0">
                  <a:moveTo>
                    <a:pt x="0" y="840"/>
                  </a:moveTo>
                  <a:lnTo>
                    <a:pt x="649" y="840"/>
                  </a:lnTo>
                  <a:lnTo>
                    <a:pt x="649" y="0"/>
                  </a:lnTo>
                  <a:lnTo>
                    <a:pt x="0" y="0"/>
                  </a:lnTo>
                  <a:lnTo>
                    <a:pt x="0" y="84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" name="Google Shape;1681;p46"/>
            <p:cNvSpPr/>
            <p:nvPr/>
          </p:nvSpPr>
          <p:spPr>
            <a:xfrm>
              <a:off x="6183293" y="1861409"/>
              <a:ext cx="244931" cy="49802"/>
            </a:xfrm>
            <a:custGeom>
              <a:avLst/>
              <a:gdLst/>
              <a:ahLst/>
              <a:cxnLst/>
              <a:rect l="l" t="t" r="r" b="b"/>
              <a:pathLst>
                <a:path w="841" h="171" extrusionOk="0">
                  <a:moveTo>
                    <a:pt x="841" y="0"/>
                  </a:moveTo>
                  <a:lnTo>
                    <a:pt x="0" y="0"/>
                  </a:lnTo>
                  <a:lnTo>
                    <a:pt x="0" y="171"/>
                  </a:lnTo>
                  <a:lnTo>
                    <a:pt x="841" y="171"/>
                  </a:lnTo>
                  <a:lnTo>
                    <a:pt x="8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16550" rIns="90000" bIns="1655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" name="Google Shape;1682;p46"/>
            <p:cNvSpPr/>
            <p:nvPr/>
          </p:nvSpPr>
          <p:spPr>
            <a:xfrm>
              <a:off x="6143102" y="1330775"/>
              <a:ext cx="325604" cy="530635"/>
            </a:xfrm>
            <a:custGeom>
              <a:avLst/>
              <a:gdLst/>
              <a:ahLst/>
              <a:cxnLst/>
              <a:rect l="l" t="t" r="r" b="b"/>
              <a:pathLst>
                <a:path w="1118" h="1822" extrusionOk="0">
                  <a:moveTo>
                    <a:pt x="1114" y="860"/>
                  </a:moveTo>
                  <a:cubicBezTo>
                    <a:pt x="665" y="561"/>
                    <a:pt x="559" y="0"/>
                    <a:pt x="559" y="0"/>
                  </a:cubicBezTo>
                  <a:cubicBezTo>
                    <a:pt x="559" y="0"/>
                    <a:pt x="452" y="561"/>
                    <a:pt x="3" y="860"/>
                  </a:cubicBezTo>
                  <a:cubicBezTo>
                    <a:pt x="-16" y="971"/>
                    <a:pt x="40" y="1642"/>
                    <a:pt x="289" y="1822"/>
                  </a:cubicBezTo>
                  <a:lnTo>
                    <a:pt x="559" y="1822"/>
                  </a:lnTo>
                  <a:lnTo>
                    <a:pt x="829" y="1822"/>
                  </a:lnTo>
                  <a:cubicBezTo>
                    <a:pt x="1078" y="1642"/>
                    <a:pt x="1135" y="971"/>
                    <a:pt x="1114" y="86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" name="Google Shape;1683;p46"/>
            <p:cNvSpPr/>
            <p:nvPr/>
          </p:nvSpPr>
          <p:spPr>
            <a:xfrm>
              <a:off x="6261927" y="1330775"/>
              <a:ext cx="87954" cy="401034"/>
            </a:xfrm>
            <a:custGeom>
              <a:avLst/>
              <a:gdLst/>
              <a:ahLst/>
              <a:cxnLst/>
              <a:rect l="l" t="t" r="r" b="b"/>
              <a:pathLst>
                <a:path w="302" h="1377" extrusionOk="0">
                  <a:moveTo>
                    <a:pt x="193" y="1081"/>
                  </a:moveTo>
                  <a:lnTo>
                    <a:pt x="193" y="151"/>
                  </a:lnTo>
                  <a:cubicBezTo>
                    <a:pt x="162" y="60"/>
                    <a:pt x="151" y="0"/>
                    <a:pt x="151" y="0"/>
                  </a:cubicBezTo>
                  <a:cubicBezTo>
                    <a:pt x="151" y="0"/>
                    <a:pt x="140" y="60"/>
                    <a:pt x="108" y="151"/>
                  </a:cubicBezTo>
                  <a:lnTo>
                    <a:pt x="108" y="1081"/>
                  </a:lnTo>
                  <a:cubicBezTo>
                    <a:pt x="46" y="1099"/>
                    <a:pt x="0" y="1157"/>
                    <a:pt x="0" y="1226"/>
                  </a:cubicBezTo>
                  <a:cubicBezTo>
                    <a:pt x="0" y="1309"/>
                    <a:pt x="68" y="1377"/>
                    <a:pt x="151" y="1377"/>
                  </a:cubicBezTo>
                  <a:cubicBezTo>
                    <a:pt x="234" y="1377"/>
                    <a:pt x="302" y="1309"/>
                    <a:pt x="302" y="1226"/>
                  </a:cubicBezTo>
                  <a:cubicBezTo>
                    <a:pt x="302" y="1157"/>
                    <a:pt x="256" y="1099"/>
                    <a:pt x="193" y="108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4CE8A20A-E79C-5B0B-676D-5BECCE326878}"/>
              </a:ext>
            </a:extLst>
          </p:cNvPr>
          <p:cNvSpPr txBox="1"/>
          <p:nvPr/>
        </p:nvSpPr>
        <p:spPr>
          <a:xfrm>
            <a:off x="3159512" y="365483"/>
            <a:ext cx="33795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DATASET DESCRIPTION</a:t>
            </a:r>
            <a:endParaRPr lang="en-IN" sz="16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18C66E-C8EA-1FA1-BE82-6A4CDE998282}"/>
              </a:ext>
            </a:extLst>
          </p:cNvPr>
          <p:cNvSpPr txBox="1"/>
          <p:nvPr/>
        </p:nvSpPr>
        <p:spPr>
          <a:xfrm>
            <a:off x="664423" y="1107003"/>
            <a:ext cx="7312465" cy="3253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CU-BEMS Dataset 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CU-BEMS dataset consists of 14 CSV files divided by floor and year.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year contains 7 CSV files, one for each floor of the building.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file includes zone-wise data for a single floor, allowing analysis at zone level.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recorded at 1-minute intervals.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2018 files: 264,960 rows (184 days)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2019 files: 525,600 rows (365 days)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0870"/>
    </mc:Choice>
    <mc:Fallback xmlns="">
      <p:transition spd="slow" advTm="9087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1">
          <a:extLst>
            <a:ext uri="{FF2B5EF4-FFF2-40B4-BE49-F238E27FC236}">
              <a16:creationId xmlns:a16="http://schemas.microsoft.com/office/drawing/2014/main" id="{670668A3-0F26-9294-4EF1-194604A33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1646;p46">
            <a:extLst>
              <a:ext uri="{FF2B5EF4-FFF2-40B4-BE49-F238E27FC236}">
                <a16:creationId xmlns:a16="http://schemas.microsoft.com/office/drawing/2014/main" id="{EADDCC8D-5CF8-3CB8-6126-234EDF720396}"/>
              </a:ext>
            </a:extLst>
          </p:cNvPr>
          <p:cNvGrpSpPr/>
          <p:nvPr/>
        </p:nvGrpSpPr>
        <p:grpSpPr>
          <a:xfrm>
            <a:off x="6463141" y="1372169"/>
            <a:ext cx="1447616" cy="936416"/>
            <a:chOff x="4430049" y="4097526"/>
            <a:chExt cx="827115" cy="535003"/>
          </a:xfrm>
        </p:grpSpPr>
        <p:sp>
          <p:nvSpPr>
            <p:cNvPr id="7" name="Google Shape;1647;p46">
              <a:extLst>
                <a:ext uri="{FF2B5EF4-FFF2-40B4-BE49-F238E27FC236}">
                  <a16:creationId xmlns:a16="http://schemas.microsoft.com/office/drawing/2014/main" id="{E76E06A1-1823-AD72-2705-9D1D49FBC438}"/>
                </a:ext>
              </a:extLst>
            </p:cNvPr>
            <p:cNvSpPr/>
            <p:nvPr/>
          </p:nvSpPr>
          <p:spPr>
            <a:xfrm>
              <a:off x="4430049" y="4097526"/>
              <a:ext cx="827115" cy="535003"/>
            </a:xfrm>
            <a:custGeom>
              <a:avLst/>
              <a:gdLst/>
              <a:ahLst/>
              <a:cxnLst/>
              <a:rect l="l" t="t" r="r" b="b"/>
              <a:pathLst>
                <a:path w="2840" h="1837" extrusionOk="0">
                  <a:moveTo>
                    <a:pt x="110" y="0"/>
                  </a:moveTo>
                  <a:lnTo>
                    <a:pt x="2729" y="0"/>
                  </a:lnTo>
                  <a:cubicBezTo>
                    <a:pt x="2790" y="0"/>
                    <a:pt x="2840" y="49"/>
                    <a:pt x="2840" y="110"/>
                  </a:cubicBezTo>
                  <a:lnTo>
                    <a:pt x="2840" y="1725"/>
                  </a:lnTo>
                  <a:cubicBezTo>
                    <a:pt x="2840" y="1787"/>
                    <a:pt x="2790" y="1837"/>
                    <a:pt x="2728" y="1837"/>
                  </a:cubicBezTo>
                  <a:lnTo>
                    <a:pt x="111" y="1837"/>
                  </a:lnTo>
                  <a:cubicBezTo>
                    <a:pt x="49" y="1837"/>
                    <a:pt x="0" y="1787"/>
                    <a:pt x="0" y="1725"/>
                  </a:cubicBezTo>
                  <a:lnTo>
                    <a:pt x="0" y="110"/>
                  </a:lnTo>
                  <a:cubicBezTo>
                    <a:pt x="0" y="49"/>
                    <a:pt x="49" y="0"/>
                    <a:pt x="1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" name="Google Shape;1648;p46">
              <a:extLst>
                <a:ext uri="{FF2B5EF4-FFF2-40B4-BE49-F238E27FC236}">
                  <a16:creationId xmlns:a16="http://schemas.microsoft.com/office/drawing/2014/main" id="{BD16E06D-DF9A-BFE0-5CAE-2A8CC368B3FE}"/>
                </a:ext>
              </a:extLst>
            </p:cNvPr>
            <p:cNvSpPr/>
            <p:nvPr/>
          </p:nvSpPr>
          <p:spPr>
            <a:xfrm>
              <a:off x="4430049" y="4097526"/>
              <a:ext cx="827115" cy="109505"/>
            </a:xfrm>
            <a:custGeom>
              <a:avLst/>
              <a:gdLst/>
              <a:ahLst/>
              <a:cxnLst/>
              <a:rect l="l" t="t" r="r" b="b"/>
              <a:pathLst>
                <a:path w="2840" h="376" extrusionOk="0">
                  <a:moveTo>
                    <a:pt x="110" y="0"/>
                  </a:moveTo>
                  <a:lnTo>
                    <a:pt x="2729" y="0"/>
                  </a:lnTo>
                  <a:cubicBezTo>
                    <a:pt x="2790" y="0"/>
                    <a:pt x="2840" y="49"/>
                    <a:pt x="2840" y="110"/>
                  </a:cubicBezTo>
                  <a:lnTo>
                    <a:pt x="2840" y="376"/>
                  </a:lnTo>
                  <a:lnTo>
                    <a:pt x="0" y="376"/>
                  </a:lnTo>
                  <a:lnTo>
                    <a:pt x="0" y="110"/>
                  </a:lnTo>
                  <a:cubicBezTo>
                    <a:pt x="0" y="49"/>
                    <a:pt x="49" y="0"/>
                    <a:pt x="11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" name="Google Shape;1649;p46">
              <a:extLst>
                <a:ext uri="{FF2B5EF4-FFF2-40B4-BE49-F238E27FC236}">
                  <a16:creationId xmlns:a16="http://schemas.microsoft.com/office/drawing/2014/main" id="{E7B7BCDC-F261-2DE4-0850-B1B92A892E2F}"/>
                </a:ext>
              </a:extLst>
            </p:cNvPr>
            <p:cNvSpPr/>
            <p:nvPr/>
          </p:nvSpPr>
          <p:spPr>
            <a:xfrm>
              <a:off x="5180566" y="4134222"/>
              <a:ext cx="36113" cy="36113"/>
            </a:xfrm>
            <a:custGeom>
              <a:avLst/>
              <a:gdLst/>
              <a:ahLst/>
              <a:cxnLst/>
              <a:rect l="l" t="t" r="r" b="b"/>
              <a:pathLst>
                <a:path w="124" h="124" extrusionOk="0">
                  <a:moveTo>
                    <a:pt x="0" y="62"/>
                  </a:moveTo>
                  <a:cubicBezTo>
                    <a:pt x="0" y="96"/>
                    <a:pt x="28" y="124"/>
                    <a:pt x="62" y="124"/>
                  </a:cubicBezTo>
                  <a:cubicBezTo>
                    <a:pt x="97" y="124"/>
                    <a:pt x="124" y="96"/>
                    <a:pt x="124" y="62"/>
                  </a:cubicBezTo>
                  <a:cubicBezTo>
                    <a:pt x="124" y="27"/>
                    <a:pt x="97" y="0"/>
                    <a:pt x="62" y="0"/>
                  </a:cubicBezTo>
                  <a:cubicBezTo>
                    <a:pt x="28" y="0"/>
                    <a:pt x="0" y="27"/>
                    <a:pt x="0" y="6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" name="Google Shape;1650;p46">
              <a:extLst>
                <a:ext uri="{FF2B5EF4-FFF2-40B4-BE49-F238E27FC236}">
                  <a16:creationId xmlns:a16="http://schemas.microsoft.com/office/drawing/2014/main" id="{E2DD41D5-A856-613F-4124-306136D31DB9}"/>
                </a:ext>
              </a:extLst>
            </p:cNvPr>
            <p:cNvSpPr/>
            <p:nvPr/>
          </p:nvSpPr>
          <p:spPr>
            <a:xfrm>
              <a:off x="5119406" y="4134222"/>
              <a:ext cx="36113" cy="36113"/>
            </a:xfrm>
            <a:custGeom>
              <a:avLst/>
              <a:gdLst/>
              <a:ahLst/>
              <a:cxnLst/>
              <a:rect l="l" t="t" r="r" b="b"/>
              <a:pathLst>
                <a:path w="124" h="124" extrusionOk="0">
                  <a:moveTo>
                    <a:pt x="0" y="62"/>
                  </a:moveTo>
                  <a:cubicBezTo>
                    <a:pt x="0" y="96"/>
                    <a:pt x="28" y="124"/>
                    <a:pt x="62" y="124"/>
                  </a:cubicBezTo>
                  <a:cubicBezTo>
                    <a:pt x="96" y="124"/>
                    <a:pt x="124" y="96"/>
                    <a:pt x="124" y="62"/>
                  </a:cubicBezTo>
                  <a:cubicBezTo>
                    <a:pt x="124" y="27"/>
                    <a:pt x="96" y="0"/>
                    <a:pt x="62" y="0"/>
                  </a:cubicBezTo>
                  <a:cubicBezTo>
                    <a:pt x="28" y="0"/>
                    <a:pt x="0" y="27"/>
                    <a:pt x="0" y="6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" name="Google Shape;1651;p46">
              <a:extLst>
                <a:ext uri="{FF2B5EF4-FFF2-40B4-BE49-F238E27FC236}">
                  <a16:creationId xmlns:a16="http://schemas.microsoft.com/office/drawing/2014/main" id="{30789574-3031-7C70-8FDE-9B6C52CD2C25}"/>
                </a:ext>
              </a:extLst>
            </p:cNvPr>
            <p:cNvSpPr/>
            <p:nvPr/>
          </p:nvSpPr>
          <p:spPr>
            <a:xfrm>
              <a:off x="5058246" y="4134222"/>
              <a:ext cx="36113" cy="36113"/>
            </a:xfrm>
            <a:custGeom>
              <a:avLst/>
              <a:gdLst/>
              <a:ahLst/>
              <a:cxnLst/>
              <a:rect l="l" t="t" r="r" b="b"/>
              <a:pathLst>
                <a:path w="124" h="124" extrusionOk="0">
                  <a:moveTo>
                    <a:pt x="0" y="62"/>
                  </a:moveTo>
                  <a:cubicBezTo>
                    <a:pt x="0" y="96"/>
                    <a:pt x="27" y="124"/>
                    <a:pt x="62" y="124"/>
                  </a:cubicBezTo>
                  <a:cubicBezTo>
                    <a:pt x="96" y="124"/>
                    <a:pt x="124" y="96"/>
                    <a:pt x="124" y="62"/>
                  </a:cubicBezTo>
                  <a:cubicBezTo>
                    <a:pt x="124" y="27"/>
                    <a:pt x="96" y="0"/>
                    <a:pt x="62" y="0"/>
                  </a:cubicBezTo>
                  <a:cubicBezTo>
                    <a:pt x="27" y="0"/>
                    <a:pt x="0" y="27"/>
                    <a:pt x="0" y="62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" name="Google Shape;1652;p46">
              <a:extLst>
                <a:ext uri="{FF2B5EF4-FFF2-40B4-BE49-F238E27FC236}">
                  <a16:creationId xmlns:a16="http://schemas.microsoft.com/office/drawing/2014/main" id="{53489523-EFEF-4AC4-70A8-273AD6B8E0AA}"/>
                </a:ext>
              </a:extLst>
            </p:cNvPr>
            <p:cNvSpPr/>
            <p:nvPr/>
          </p:nvSpPr>
          <p:spPr>
            <a:xfrm>
              <a:off x="4473443" y="4276928"/>
              <a:ext cx="360261" cy="296771"/>
            </a:xfrm>
            <a:custGeom>
              <a:avLst/>
              <a:gdLst/>
              <a:ahLst/>
              <a:cxnLst/>
              <a:rect l="l" t="t" r="r" b="b"/>
              <a:pathLst>
                <a:path w="1237" h="1019" extrusionOk="0">
                  <a:moveTo>
                    <a:pt x="1183" y="0"/>
                  </a:moveTo>
                  <a:lnTo>
                    <a:pt x="53" y="0"/>
                  </a:lnTo>
                  <a:cubicBezTo>
                    <a:pt x="24" y="0"/>
                    <a:pt x="0" y="24"/>
                    <a:pt x="0" y="53"/>
                  </a:cubicBezTo>
                  <a:lnTo>
                    <a:pt x="0" y="966"/>
                  </a:lnTo>
                  <a:cubicBezTo>
                    <a:pt x="0" y="995"/>
                    <a:pt x="24" y="1019"/>
                    <a:pt x="53" y="1019"/>
                  </a:cubicBezTo>
                  <a:lnTo>
                    <a:pt x="1183" y="1019"/>
                  </a:lnTo>
                  <a:cubicBezTo>
                    <a:pt x="1213" y="1019"/>
                    <a:pt x="1237" y="995"/>
                    <a:pt x="1237" y="966"/>
                  </a:cubicBezTo>
                  <a:lnTo>
                    <a:pt x="1237" y="53"/>
                  </a:lnTo>
                  <a:cubicBezTo>
                    <a:pt x="1237" y="24"/>
                    <a:pt x="1213" y="0"/>
                    <a:pt x="118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" name="Google Shape;1653;p46">
              <a:extLst>
                <a:ext uri="{FF2B5EF4-FFF2-40B4-BE49-F238E27FC236}">
                  <a16:creationId xmlns:a16="http://schemas.microsoft.com/office/drawing/2014/main" id="{BE147F9E-CA37-37B1-55DB-8BE00C16A5C6}"/>
                </a:ext>
              </a:extLst>
            </p:cNvPr>
            <p:cNvSpPr/>
            <p:nvPr/>
          </p:nvSpPr>
          <p:spPr>
            <a:xfrm>
              <a:off x="4858749" y="4276928"/>
              <a:ext cx="359970" cy="156103"/>
            </a:xfrm>
            <a:custGeom>
              <a:avLst/>
              <a:gdLst/>
              <a:ahLst/>
              <a:cxnLst/>
              <a:rect l="l" t="t" r="r" b="b"/>
              <a:pathLst>
                <a:path w="1236" h="536" extrusionOk="0">
                  <a:moveTo>
                    <a:pt x="1183" y="0"/>
                  </a:moveTo>
                  <a:lnTo>
                    <a:pt x="53" y="0"/>
                  </a:lnTo>
                  <a:cubicBezTo>
                    <a:pt x="24" y="0"/>
                    <a:pt x="0" y="24"/>
                    <a:pt x="0" y="53"/>
                  </a:cubicBezTo>
                  <a:lnTo>
                    <a:pt x="0" y="483"/>
                  </a:lnTo>
                  <a:cubicBezTo>
                    <a:pt x="0" y="513"/>
                    <a:pt x="24" y="536"/>
                    <a:pt x="53" y="536"/>
                  </a:cubicBezTo>
                  <a:lnTo>
                    <a:pt x="1183" y="536"/>
                  </a:lnTo>
                  <a:cubicBezTo>
                    <a:pt x="1212" y="536"/>
                    <a:pt x="1236" y="513"/>
                    <a:pt x="1236" y="483"/>
                  </a:cubicBezTo>
                  <a:lnTo>
                    <a:pt x="1236" y="53"/>
                  </a:lnTo>
                  <a:cubicBezTo>
                    <a:pt x="1236" y="24"/>
                    <a:pt x="1212" y="0"/>
                    <a:pt x="11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" name="Google Shape;1654;p46">
              <a:extLst>
                <a:ext uri="{FF2B5EF4-FFF2-40B4-BE49-F238E27FC236}">
                  <a16:creationId xmlns:a16="http://schemas.microsoft.com/office/drawing/2014/main" id="{99CF1ED6-D7CB-081D-8AC8-6200876C85B3}"/>
                </a:ext>
              </a:extLst>
            </p:cNvPr>
            <p:cNvSpPr/>
            <p:nvPr/>
          </p:nvSpPr>
          <p:spPr>
            <a:xfrm>
              <a:off x="4866322" y="4470601"/>
              <a:ext cx="314245" cy="16018"/>
            </a:xfrm>
            <a:custGeom>
              <a:avLst/>
              <a:gdLst/>
              <a:ahLst/>
              <a:cxnLst/>
              <a:rect l="l" t="t" r="r" b="b"/>
              <a:pathLst>
                <a:path w="1079" h="55" extrusionOk="0">
                  <a:moveTo>
                    <a:pt x="1068" y="0"/>
                  </a:moveTo>
                  <a:lnTo>
                    <a:pt x="11" y="0"/>
                  </a:lnTo>
                  <a:cubicBezTo>
                    <a:pt x="5" y="0"/>
                    <a:pt x="0" y="5"/>
                    <a:pt x="0" y="12"/>
                  </a:cubicBezTo>
                  <a:lnTo>
                    <a:pt x="0" y="44"/>
                  </a:lnTo>
                  <a:cubicBezTo>
                    <a:pt x="0" y="50"/>
                    <a:pt x="5" y="55"/>
                    <a:pt x="11" y="55"/>
                  </a:cubicBezTo>
                  <a:lnTo>
                    <a:pt x="1068" y="55"/>
                  </a:lnTo>
                  <a:cubicBezTo>
                    <a:pt x="1074" y="55"/>
                    <a:pt x="1079" y="50"/>
                    <a:pt x="1079" y="44"/>
                  </a:cubicBezTo>
                  <a:lnTo>
                    <a:pt x="1079" y="12"/>
                  </a:lnTo>
                  <a:cubicBezTo>
                    <a:pt x="1079" y="5"/>
                    <a:pt x="1074" y="0"/>
                    <a:pt x="106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" name="Google Shape;1655;p46">
              <a:extLst>
                <a:ext uri="{FF2B5EF4-FFF2-40B4-BE49-F238E27FC236}">
                  <a16:creationId xmlns:a16="http://schemas.microsoft.com/office/drawing/2014/main" id="{9B14FCDB-972A-662D-03A5-0E6B0CFBCA8B}"/>
                </a:ext>
              </a:extLst>
            </p:cNvPr>
            <p:cNvSpPr/>
            <p:nvPr/>
          </p:nvSpPr>
          <p:spPr>
            <a:xfrm>
              <a:off x="4866322" y="4510791"/>
              <a:ext cx="314245" cy="16018"/>
            </a:xfrm>
            <a:custGeom>
              <a:avLst/>
              <a:gdLst/>
              <a:ahLst/>
              <a:cxnLst/>
              <a:rect l="l" t="t" r="r" b="b"/>
              <a:pathLst>
                <a:path w="1079" h="55" extrusionOk="0">
                  <a:moveTo>
                    <a:pt x="1068" y="0"/>
                  </a:moveTo>
                  <a:lnTo>
                    <a:pt x="11" y="0"/>
                  </a:lnTo>
                  <a:cubicBezTo>
                    <a:pt x="5" y="0"/>
                    <a:pt x="0" y="6"/>
                    <a:pt x="0" y="12"/>
                  </a:cubicBezTo>
                  <a:lnTo>
                    <a:pt x="0" y="44"/>
                  </a:lnTo>
                  <a:cubicBezTo>
                    <a:pt x="0" y="50"/>
                    <a:pt x="5" y="55"/>
                    <a:pt x="11" y="55"/>
                  </a:cubicBezTo>
                  <a:lnTo>
                    <a:pt x="1068" y="55"/>
                  </a:lnTo>
                  <a:cubicBezTo>
                    <a:pt x="1074" y="55"/>
                    <a:pt x="1079" y="50"/>
                    <a:pt x="1079" y="44"/>
                  </a:cubicBezTo>
                  <a:lnTo>
                    <a:pt x="1079" y="12"/>
                  </a:lnTo>
                  <a:cubicBezTo>
                    <a:pt x="1079" y="6"/>
                    <a:pt x="1074" y="0"/>
                    <a:pt x="106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" name="Google Shape;1656;p46">
              <a:extLst>
                <a:ext uri="{FF2B5EF4-FFF2-40B4-BE49-F238E27FC236}">
                  <a16:creationId xmlns:a16="http://schemas.microsoft.com/office/drawing/2014/main" id="{118E4171-E732-93B1-A5ED-BA220284773D}"/>
                </a:ext>
              </a:extLst>
            </p:cNvPr>
            <p:cNvSpPr/>
            <p:nvPr/>
          </p:nvSpPr>
          <p:spPr>
            <a:xfrm>
              <a:off x="4866322" y="4550982"/>
              <a:ext cx="196003" cy="16018"/>
            </a:xfrm>
            <a:custGeom>
              <a:avLst/>
              <a:gdLst/>
              <a:ahLst/>
              <a:cxnLst/>
              <a:rect l="l" t="t" r="r" b="b"/>
              <a:pathLst>
                <a:path w="673" h="55" extrusionOk="0">
                  <a:moveTo>
                    <a:pt x="662" y="0"/>
                  </a:moveTo>
                  <a:lnTo>
                    <a:pt x="11" y="0"/>
                  </a:lnTo>
                  <a:cubicBezTo>
                    <a:pt x="5" y="0"/>
                    <a:pt x="0" y="6"/>
                    <a:pt x="0" y="12"/>
                  </a:cubicBezTo>
                  <a:lnTo>
                    <a:pt x="0" y="44"/>
                  </a:lnTo>
                  <a:cubicBezTo>
                    <a:pt x="0" y="50"/>
                    <a:pt x="5" y="55"/>
                    <a:pt x="11" y="55"/>
                  </a:cubicBezTo>
                  <a:lnTo>
                    <a:pt x="662" y="55"/>
                  </a:lnTo>
                  <a:cubicBezTo>
                    <a:pt x="668" y="55"/>
                    <a:pt x="673" y="50"/>
                    <a:pt x="673" y="44"/>
                  </a:cubicBezTo>
                  <a:lnTo>
                    <a:pt x="673" y="12"/>
                  </a:lnTo>
                  <a:cubicBezTo>
                    <a:pt x="673" y="6"/>
                    <a:pt x="668" y="0"/>
                    <a:pt x="66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" name="Google Shape;1657;p46">
              <a:extLst>
                <a:ext uri="{FF2B5EF4-FFF2-40B4-BE49-F238E27FC236}">
                  <a16:creationId xmlns:a16="http://schemas.microsoft.com/office/drawing/2014/main" id="{787A7C80-F5BF-A290-1968-DED3C0A2EC0D}"/>
                </a:ext>
              </a:extLst>
            </p:cNvPr>
            <p:cNvSpPr/>
            <p:nvPr/>
          </p:nvSpPr>
          <p:spPr>
            <a:xfrm>
              <a:off x="4891368" y="4301974"/>
              <a:ext cx="309585" cy="102807"/>
            </a:xfrm>
            <a:custGeom>
              <a:avLst/>
              <a:gdLst/>
              <a:ahLst/>
              <a:cxnLst/>
              <a:rect l="l" t="t" r="r" b="b"/>
              <a:pathLst>
                <a:path w="1063" h="353" extrusionOk="0">
                  <a:moveTo>
                    <a:pt x="0" y="353"/>
                  </a:moveTo>
                  <a:lnTo>
                    <a:pt x="1063" y="353"/>
                  </a:lnTo>
                  <a:cubicBezTo>
                    <a:pt x="1058" y="280"/>
                    <a:pt x="1047" y="186"/>
                    <a:pt x="987" y="145"/>
                  </a:cubicBezTo>
                  <a:cubicBezTo>
                    <a:pt x="945" y="116"/>
                    <a:pt x="884" y="117"/>
                    <a:pt x="843" y="148"/>
                  </a:cubicBezTo>
                  <a:cubicBezTo>
                    <a:pt x="826" y="161"/>
                    <a:pt x="812" y="179"/>
                    <a:pt x="793" y="188"/>
                  </a:cubicBezTo>
                  <a:cubicBezTo>
                    <a:pt x="748" y="209"/>
                    <a:pt x="696" y="179"/>
                    <a:pt x="661" y="144"/>
                  </a:cubicBezTo>
                  <a:cubicBezTo>
                    <a:pt x="626" y="109"/>
                    <a:pt x="591" y="67"/>
                    <a:pt x="542" y="59"/>
                  </a:cubicBezTo>
                  <a:cubicBezTo>
                    <a:pt x="449" y="45"/>
                    <a:pt x="372" y="164"/>
                    <a:pt x="281" y="143"/>
                  </a:cubicBezTo>
                  <a:cubicBezTo>
                    <a:pt x="222" y="129"/>
                    <a:pt x="193" y="64"/>
                    <a:pt x="144" y="29"/>
                  </a:cubicBezTo>
                  <a:cubicBezTo>
                    <a:pt x="103" y="-1"/>
                    <a:pt x="47" y="-8"/>
                    <a:pt x="0" y="10"/>
                  </a:cubicBezTo>
                  <a:lnTo>
                    <a:pt x="0" y="35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" name="Google Shape;1658;p46">
              <a:extLst>
                <a:ext uri="{FF2B5EF4-FFF2-40B4-BE49-F238E27FC236}">
                  <a16:creationId xmlns:a16="http://schemas.microsoft.com/office/drawing/2014/main" id="{D0DA32AC-62D5-A236-19D6-126EE39D9E97}"/>
                </a:ext>
              </a:extLst>
            </p:cNvPr>
            <p:cNvSpPr/>
            <p:nvPr/>
          </p:nvSpPr>
          <p:spPr>
            <a:xfrm>
              <a:off x="4473443" y="4364882"/>
              <a:ext cx="360261" cy="208817"/>
            </a:xfrm>
            <a:custGeom>
              <a:avLst/>
              <a:gdLst/>
              <a:ahLst/>
              <a:cxnLst/>
              <a:rect l="l" t="t" r="r" b="b"/>
              <a:pathLst>
                <a:path w="1237" h="717" extrusionOk="0">
                  <a:moveTo>
                    <a:pt x="969" y="158"/>
                  </a:moveTo>
                  <a:cubicBezTo>
                    <a:pt x="876" y="158"/>
                    <a:pt x="701" y="363"/>
                    <a:pt x="701" y="363"/>
                  </a:cubicBezTo>
                  <a:cubicBezTo>
                    <a:pt x="701" y="363"/>
                    <a:pt x="536" y="0"/>
                    <a:pt x="391" y="0"/>
                  </a:cubicBezTo>
                  <a:cubicBezTo>
                    <a:pt x="274" y="0"/>
                    <a:pt x="73" y="256"/>
                    <a:pt x="0" y="354"/>
                  </a:cubicBezTo>
                  <a:lnTo>
                    <a:pt x="0" y="664"/>
                  </a:lnTo>
                  <a:cubicBezTo>
                    <a:pt x="0" y="693"/>
                    <a:pt x="24" y="717"/>
                    <a:pt x="53" y="717"/>
                  </a:cubicBezTo>
                  <a:lnTo>
                    <a:pt x="1183" y="717"/>
                  </a:lnTo>
                  <a:cubicBezTo>
                    <a:pt x="1213" y="717"/>
                    <a:pt x="1237" y="693"/>
                    <a:pt x="1237" y="664"/>
                  </a:cubicBezTo>
                  <a:lnTo>
                    <a:pt x="1237" y="363"/>
                  </a:lnTo>
                  <a:cubicBezTo>
                    <a:pt x="1237" y="363"/>
                    <a:pt x="1062" y="158"/>
                    <a:pt x="969" y="15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19" name="Google Shape;1679;p46">
            <a:extLst>
              <a:ext uri="{FF2B5EF4-FFF2-40B4-BE49-F238E27FC236}">
                <a16:creationId xmlns:a16="http://schemas.microsoft.com/office/drawing/2014/main" id="{53DF2729-258C-1362-EDD3-07AE0C4D5062}"/>
              </a:ext>
            </a:extLst>
          </p:cNvPr>
          <p:cNvGrpSpPr/>
          <p:nvPr/>
        </p:nvGrpSpPr>
        <p:grpSpPr>
          <a:xfrm>
            <a:off x="8123753" y="756299"/>
            <a:ext cx="608130" cy="1540992"/>
            <a:chOff x="6143102" y="1330775"/>
            <a:chExt cx="325604" cy="825075"/>
          </a:xfrm>
        </p:grpSpPr>
        <p:sp>
          <p:nvSpPr>
            <p:cNvPr id="20" name="Google Shape;1680;p46">
              <a:extLst>
                <a:ext uri="{FF2B5EF4-FFF2-40B4-BE49-F238E27FC236}">
                  <a16:creationId xmlns:a16="http://schemas.microsoft.com/office/drawing/2014/main" id="{2D22C50C-4BA5-05E1-00E2-0D51937BB3F8}"/>
                </a:ext>
              </a:extLst>
            </p:cNvPr>
            <p:cNvSpPr/>
            <p:nvPr/>
          </p:nvSpPr>
          <p:spPr>
            <a:xfrm>
              <a:off x="6211252" y="1911210"/>
              <a:ext cx="189013" cy="244640"/>
            </a:xfrm>
            <a:custGeom>
              <a:avLst/>
              <a:gdLst/>
              <a:ahLst/>
              <a:cxnLst/>
              <a:rect l="l" t="t" r="r" b="b"/>
              <a:pathLst>
                <a:path w="649" h="840" extrusionOk="0">
                  <a:moveTo>
                    <a:pt x="0" y="840"/>
                  </a:moveTo>
                  <a:lnTo>
                    <a:pt x="649" y="840"/>
                  </a:lnTo>
                  <a:lnTo>
                    <a:pt x="649" y="0"/>
                  </a:lnTo>
                  <a:lnTo>
                    <a:pt x="0" y="0"/>
                  </a:lnTo>
                  <a:lnTo>
                    <a:pt x="0" y="84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" name="Google Shape;1681;p46">
              <a:extLst>
                <a:ext uri="{FF2B5EF4-FFF2-40B4-BE49-F238E27FC236}">
                  <a16:creationId xmlns:a16="http://schemas.microsoft.com/office/drawing/2014/main" id="{F5701FDB-C0A9-DA5F-37FC-0C86C0462806}"/>
                </a:ext>
              </a:extLst>
            </p:cNvPr>
            <p:cNvSpPr/>
            <p:nvPr/>
          </p:nvSpPr>
          <p:spPr>
            <a:xfrm>
              <a:off x="6183293" y="1861409"/>
              <a:ext cx="244931" cy="49802"/>
            </a:xfrm>
            <a:custGeom>
              <a:avLst/>
              <a:gdLst/>
              <a:ahLst/>
              <a:cxnLst/>
              <a:rect l="l" t="t" r="r" b="b"/>
              <a:pathLst>
                <a:path w="841" h="171" extrusionOk="0">
                  <a:moveTo>
                    <a:pt x="841" y="0"/>
                  </a:moveTo>
                  <a:lnTo>
                    <a:pt x="0" y="0"/>
                  </a:lnTo>
                  <a:lnTo>
                    <a:pt x="0" y="171"/>
                  </a:lnTo>
                  <a:lnTo>
                    <a:pt x="841" y="171"/>
                  </a:lnTo>
                  <a:lnTo>
                    <a:pt x="8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16550" rIns="90000" bIns="1655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" name="Google Shape;1682;p46">
              <a:extLst>
                <a:ext uri="{FF2B5EF4-FFF2-40B4-BE49-F238E27FC236}">
                  <a16:creationId xmlns:a16="http://schemas.microsoft.com/office/drawing/2014/main" id="{3E98684D-3D32-58A4-9EE2-B2528208D334}"/>
                </a:ext>
              </a:extLst>
            </p:cNvPr>
            <p:cNvSpPr/>
            <p:nvPr/>
          </p:nvSpPr>
          <p:spPr>
            <a:xfrm>
              <a:off x="6143102" y="1330775"/>
              <a:ext cx="325604" cy="530635"/>
            </a:xfrm>
            <a:custGeom>
              <a:avLst/>
              <a:gdLst/>
              <a:ahLst/>
              <a:cxnLst/>
              <a:rect l="l" t="t" r="r" b="b"/>
              <a:pathLst>
                <a:path w="1118" h="1822" extrusionOk="0">
                  <a:moveTo>
                    <a:pt x="1114" y="860"/>
                  </a:moveTo>
                  <a:cubicBezTo>
                    <a:pt x="665" y="561"/>
                    <a:pt x="559" y="0"/>
                    <a:pt x="559" y="0"/>
                  </a:cubicBezTo>
                  <a:cubicBezTo>
                    <a:pt x="559" y="0"/>
                    <a:pt x="452" y="561"/>
                    <a:pt x="3" y="860"/>
                  </a:cubicBezTo>
                  <a:cubicBezTo>
                    <a:pt x="-16" y="971"/>
                    <a:pt x="40" y="1642"/>
                    <a:pt x="289" y="1822"/>
                  </a:cubicBezTo>
                  <a:lnTo>
                    <a:pt x="559" y="1822"/>
                  </a:lnTo>
                  <a:lnTo>
                    <a:pt x="829" y="1822"/>
                  </a:lnTo>
                  <a:cubicBezTo>
                    <a:pt x="1078" y="1642"/>
                    <a:pt x="1135" y="971"/>
                    <a:pt x="1114" y="86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" name="Google Shape;1683;p46">
              <a:extLst>
                <a:ext uri="{FF2B5EF4-FFF2-40B4-BE49-F238E27FC236}">
                  <a16:creationId xmlns:a16="http://schemas.microsoft.com/office/drawing/2014/main" id="{AFBF13A5-0668-DC76-EE47-717674802633}"/>
                </a:ext>
              </a:extLst>
            </p:cNvPr>
            <p:cNvSpPr/>
            <p:nvPr/>
          </p:nvSpPr>
          <p:spPr>
            <a:xfrm>
              <a:off x="6261927" y="1330775"/>
              <a:ext cx="87954" cy="401034"/>
            </a:xfrm>
            <a:custGeom>
              <a:avLst/>
              <a:gdLst/>
              <a:ahLst/>
              <a:cxnLst/>
              <a:rect l="l" t="t" r="r" b="b"/>
              <a:pathLst>
                <a:path w="302" h="1377" extrusionOk="0">
                  <a:moveTo>
                    <a:pt x="193" y="1081"/>
                  </a:moveTo>
                  <a:lnTo>
                    <a:pt x="193" y="151"/>
                  </a:lnTo>
                  <a:cubicBezTo>
                    <a:pt x="162" y="60"/>
                    <a:pt x="151" y="0"/>
                    <a:pt x="151" y="0"/>
                  </a:cubicBezTo>
                  <a:cubicBezTo>
                    <a:pt x="151" y="0"/>
                    <a:pt x="140" y="60"/>
                    <a:pt x="108" y="151"/>
                  </a:cubicBezTo>
                  <a:lnTo>
                    <a:pt x="108" y="1081"/>
                  </a:lnTo>
                  <a:cubicBezTo>
                    <a:pt x="46" y="1099"/>
                    <a:pt x="0" y="1157"/>
                    <a:pt x="0" y="1226"/>
                  </a:cubicBezTo>
                  <a:cubicBezTo>
                    <a:pt x="0" y="1309"/>
                    <a:pt x="68" y="1377"/>
                    <a:pt x="151" y="1377"/>
                  </a:cubicBezTo>
                  <a:cubicBezTo>
                    <a:pt x="234" y="1377"/>
                    <a:pt x="302" y="1309"/>
                    <a:pt x="302" y="1226"/>
                  </a:cubicBezTo>
                  <a:cubicBezTo>
                    <a:pt x="302" y="1157"/>
                    <a:pt x="256" y="1099"/>
                    <a:pt x="193" y="108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C02DEA2-8DA9-2D0F-B5F2-F5A79F941160}"/>
              </a:ext>
            </a:extLst>
          </p:cNvPr>
          <p:cNvSpPr txBox="1"/>
          <p:nvPr/>
        </p:nvSpPr>
        <p:spPr>
          <a:xfrm>
            <a:off x="664424" y="876547"/>
            <a:ext cx="768125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Measurements &amp; Structure</a:t>
            </a:r>
          </a:p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file contains:</a:t>
            </a:r>
          </a:p>
          <a:p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Electricity consumption (kW)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of:</a:t>
            </a:r>
          </a:p>
          <a:p>
            <a:pPr marL="285750" lvl="4" indent="-285750">
              <a:buFont typeface="Arial" panose="020B0604020202020204" pitchFamily="34" charset="0"/>
              <a:buChar char="•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 conditioning (AC) units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Lighting loads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Plug loads</a:t>
            </a:r>
          </a:p>
          <a:p>
            <a:pPr lvl="2"/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Indoor environmental data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(°C)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Relative humidity (%)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Ambient light (lux)</a:t>
            </a:r>
          </a:p>
          <a:p>
            <a:pPr lvl="2"/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columns varies by floor: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Floor 1: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11 data columns (no sensors)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Floor 2: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36 data columns (AC, loads, sensors)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Floors 3–7: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29 data columns each (5 zones, AC units, sensors)</a:t>
            </a:r>
          </a:p>
          <a:p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0718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0870"/>
    </mc:Choice>
    <mc:Fallback xmlns="">
      <p:transition spd="slow" advTm="9087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761EF-01EB-51BA-A06D-19E08CC0D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A860E-629F-5F65-BCE1-9D929EBA9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156" y="139848"/>
            <a:ext cx="7704000" cy="634701"/>
          </a:xfrm>
        </p:spPr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Methodology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A9137A-02E6-2670-4D08-701D04572DC5}"/>
              </a:ext>
            </a:extLst>
          </p:cNvPr>
          <p:cNvSpPr/>
          <p:nvPr/>
        </p:nvSpPr>
        <p:spPr>
          <a:xfrm>
            <a:off x="617331" y="1171366"/>
            <a:ext cx="4722606" cy="35133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00" b="1" dirty="0">
                <a:latin typeface="Times New Roman" pitchFamily="18" charset="0"/>
                <a:cs typeface="Times New Roman" pitchFamily="18" charset="0"/>
              </a:rPr>
              <a:t>1. Data Collection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Collected energy and environmental sensor data from 14 CSV files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Merged all files into a single consolidated dataset</a:t>
            </a:r>
          </a:p>
          <a:p>
            <a:pPr>
              <a:lnSpc>
                <a:spcPct val="150000"/>
              </a:lnSpc>
            </a:pPr>
            <a:endParaRPr lang="en-US" sz="15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500" b="1" dirty="0">
                <a:latin typeface="Times New Roman" pitchFamily="18" charset="0"/>
                <a:cs typeface="Times New Roman" pitchFamily="18" charset="0"/>
              </a:rPr>
              <a:t>2. Data Preprocessing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Handled missing numerical values using mean imputation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Converted Date column into datetime format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Extracted temporal features: Year, Month, Day, Hour, Minute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6C348D-93A3-EC9D-9398-BCA794F663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3012" y="774550"/>
            <a:ext cx="3293657" cy="3865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3315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/>
          <p:cNvSpPr>
            <a:spLocks noChangeArrowheads="1"/>
          </p:cNvSpPr>
          <p:nvPr/>
        </p:nvSpPr>
        <p:spPr bwMode="auto">
          <a:xfrm>
            <a:off x="688488" y="806562"/>
            <a:ext cx="7928387" cy="40164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500" b="1" dirty="0">
                <a:latin typeface="Times New Roman" pitchFamily="18" charset="0"/>
                <a:cs typeface="Times New Roman" pitchFamily="18" charset="0"/>
              </a:rPr>
              <a:t>3. Feature Engineering</a:t>
            </a:r>
          </a:p>
          <a:p>
            <a:pPr>
              <a:buFont typeface="Arial" pitchFamily="34" charset="0"/>
              <a:buChar char="•"/>
            </a:pP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Aggregated individual appliance loads into:</a:t>
            </a:r>
          </a:p>
          <a:p>
            <a:pPr lvl="1">
              <a:buFont typeface="Arial" pitchFamily="34" charset="0"/>
              <a:buChar char="•"/>
            </a:pP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AC Load</a:t>
            </a:r>
          </a:p>
          <a:p>
            <a:pPr lvl="1">
              <a:buFont typeface="Arial" pitchFamily="34" charset="0"/>
              <a:buChar char="•"/>
            </a:pP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Lighting Load</a:t>
            </a:r>
          </a:p>
          <a:p>
            <a:pPr lvl="1">
              <a:buFont typeface="Arial" pitchFamily="34" charset="0"/>
              <a:buChar char="•"/>
            </a:pP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Plug Load</a:t>
            </a:r>
          </a:p>
          <a:p>
            <a:pPr>
              <a:buFont typeface="Arial" pitchFamily="34" charset="0"/>
              <a:buChar char="•"/>
            </a:pP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Created Peak_Hour feature to represent </a:t>
            </a:r>
          </a:p>
          <a:p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high energy demand periods</a:t>
            </a:r>
          </a:p>
          <a:p>
            <a:endParaRPr lang="en-US" sz="15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500" b="1" dirty="0">
                <a:latin typeface="Times New Roman" pitchFamily="18" charset="0"/>
                <a:cs typeface="Times New Roman" pitchFamily="18" charset="0"/>
              </a:rPr>
              <a:t>4. Feature Scaling</a:t>
            </a:r>
          </a:p>
          <a:p>
            <a:pPr>
              <a:buFont typeface="Arial" pitchFamily="34" charset="0"/>
              <a:buChar char="•"/>
            </a:pP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Applied Min–Max normalization to scale numerical features between 0 and 1</a:t>
            </a:r>
          </a:p>
          <a:p>
            <a:pPr>
              <a:buFont typeface="Arial" pitchFamily="34" charset="0"/>
              <a:buChar char="•"/>
            </a:pP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Ensured uniform feature contribution to the model</a:t>
            </a:r>
          </a:p>
          <a:p>
            <a:endParaRPr lang="en-US" sz="15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500" b="1" dirty="0">
                <a:latin typeface="Times New Roman" pitchFamily="18" charset="0"/>
                <a:cs typeface="Times New Roman" pitchFamily="18" charset="0"/>
              </a:rPr>
              <a:t>5. Data Splitting</a:t>
            </a:r>
          </a:p>
          <a:p>
            <a:pPr>
              <a:buFont typeface="Arial" pitchFamily="34" charset="0"/>
              <a:buChar char="•"/>
            </a:pP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Split the dataset into:</a:t>
            </a:r>
          </a:p>
          <a:p>
            <a:pPr lvl="1">
              <a:buFont typeface="Arial" pitchFamily="34" charset="0"/>
              <a:buChar char="•"/>
            </a:pP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Training set (80%)</a:t>
            </a:r>
          </a:p>
          <a:p>
            <a:pPr lvl="1">
              <a:buFont typeface="Arial" pitchFamily="34" charset="0"/>
              <a:buChar char="•"/>
            </a:pP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Testing set (20%)</a:t>
            </a:r>
          </a:p>
          <a:p>
            <a:pPr>
              <a:buFont typeface="Arial" pitchFamily="34" charset="0"/>
              <a:buChar char="•"/>
            </a:pP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Defined feature matrix (X) and target variable (Total_Load)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23592" y="1126509"/>
            <a:ext cx="375979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Selected environmental parameters:</a:t>
            </a:r>
          </a:p>
          <a:p>
            <a:pPr lvl="1">
              <a:buFont typeface="Arial" pitchFamily="34" charset="0"/>
              <a:buChar char="•"/>
            </a:pP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Temperature</a:t>
            </a:r>
          </a:p>
          <a:p>
            <a:pPr lvl="1">
              <a:buFont typeface="Arial" pitchFamily="34" charset="0"/>
              <a:buChar char="•"/>
            </a:pP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Humidity</a:t>
            </a:r>
          </a:p>
          <a:p>
            <a:pPr lvl="1">
              <a:buFont typeface="Arial" pitchFamily="34" charset="0"/>
              <a:buChar char="•"/>
            </a:pP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Ambient Light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516366" y="728185"/>
            <a:ext cx="8218843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b="1" dirty="0">
                <a:latin typeface="Times New Roman" pitchFamily="18" charset="0"/>
                <a:cs typeface="Times New Roman" pitchFamily="18" charset="0"/>
              </a:rPr>
              <a:t>6. Energy Usage Classification</a:t>
            </a:r>
          </a:p>
          <a:p>
            <a:pPr>
              <a:buFont typeface="Arial" pitchFamily="34" charset="0"/>
              <a:buChar char="•"/>
            </a:pP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Converted regression outputs into High and Low energy usage categories</a:t>
            </a:r>
          </a:p>
          <a:p>
            <a:pPr>
              <a:buFont typeface="Arial" pitchFamily="34" charset="0"/>
              <a:buChar char="•"/>
            </a:pP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Utilized Peak_Hour as an important classification feature</a:t>
            </a:r>
          </a:p>
          <a:p>
            <a:endParaRPr lang="en-US" sz="15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500" b="1" dirty="0">
                <a:latin typeface="Times New Roman" pitchFamily="18" charset="0"/>
                <a:cs typeface="Times New Roman" pitchFamily="18" charset="0"/>
              </a:rPr>
              <a:t>7. Classification Evaluation</a:t>
            </a:r>
          </a:p>
          <a:p>
            <a:pPr>
              <a:buFont typeface="Arial" pitchFamily="34" charset="0"/>
              <a:buChar char="•"/>
            </a:pP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Assessed classification performance using:</a:t>
            </a:r>
          </a:p>
          <a:p>
            <a:pPr lvl="1">
              <a:buFont typeface="Arial" pitchFamily="34" charset="0"/>
              <a:buChar char="•"/>
            </a:pP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Accuracy, Precision, Recall, F1-score</a:t>
            </a:r>
          </a:p>
          <a:p>
            <a:pPr lvl="1">
              <a:buFont typeface="Arial" pitchFamily="34" charset="0"/>
              <a:buChar char="•"/>
            </a:pP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Confusion Matrix</a:t>
            </a:r>
          </a:p>
          <a:p>
            <a:pPr lvl="1">
              <a:buFont typeface="Arial" pitchFamily="34" charset="0"/>
              <a:buChar char="•"/>
            </a:pPr>
            <a:endParaRPr lang="en-US" sz="15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1500" b="1" dirty="0">
                <a:latin typeface="Times New Roman" pitchFamily="18" charset="0"/>
                <a:cs typeface="Times New Roman" pitchFamily="18" charset="0"/>
              </a:rPr>
              <a:t>8. SHAP Analysis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SHAP identifies the most important features, such as light load, AC load, and plug load, affecting energy consumption prediction.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explains feature impact on model output, improving transparency and supporting efficient smart energy management.</a:t>
            </a:r>
          </a:p>
          <a:p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500" b="1" dirty="0">
                <a:latin typeface="Times New Roman" pitchFamily="18" charset="0"/>
                <a:cs typeface="Times New Roman" pitchFamily="18" charset="0"/>
              </a:rPr>
              <a:t>9. Result Analysis &amp; Insights</a:t>
            </a:r>
          </a:p>
          <a:p>
            <a:pPr>
              <a:buFont typeface="Arial" pitchFamily="34" charset="0"/>
              <a:buChar char="•"/>
            </a:pP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Identified peak energy demand intervals</a:t>
            </a:r>
          </a:p>
          <a:p>
            <a:pPr>
              <a:buFont typeface="Arial" pitchFamily="34" charset="0"/>
              <a:buChar char="•"/>
            </a:pP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Analyzed consumption patterns and trends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6743" y="139848"/>
            <a:ext cx="7704000" cy="634701"/>
          </a:xfrm>
        </p:spPr>
        <p:txBody>
          <a:bodyPr/>
          <a:lstStyle/>
          <a:p>
            <a:pPr 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Architecture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52433A-6FEC-C586-0D2C-9AD4531C3F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268" y="854463"/>
            <a:ext cx="7002966" cy="363731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ChangeArrowheads="1"/>
          </p:cNvSpPr>
          <p:nvPr/>
        </p:nvSpPr>
        <p:spPr bwMode="auto">
          <a:xfrm>
            <a:off x="408790" y="614391"/>
            <a:ext cx="4550485" cy="42473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Python 3.x – Main programming language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Scikit-learn – Machine learning algorithms and evaluation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XGBoost – Gradient boosting based prediction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TensorFlow – Deep learning framework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Keras – High-level neural network API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NumPy – Numerical computations and array operations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Pandas – Data loading, cleaning, and preprocessing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StandardScaler – Feature scaling and normalization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Matplotlib – Graphs and visual plots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Seaborn – Statistical data visualization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Logistic Regression – Baseline machine learning model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Artificial Neural Network (ANN) – Deep learning model for classification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LSTM – Sequential deep learning model for time-series energy data</a:t>
            </a:r>
          </a:p>
          <a:p>
            <a:pPr algn="just">
              <a:buFont typeface="Arial" pitchFamily="34" charset="0"/>
              <a:buChar char="•"/>
            </a:pP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Accuracy – Overall correctness metric</a:t>
            </a:r>
          </a:p>
          <a:p>
            <a:pPr algn="just">
              <a:buFont typeface="Arial" pitchFamily="34" charset="0"/>
              <a:buChar char="•"/>
            </a:pP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Precision – Measure of correct positive prediction</a:t>
            </a:r>
            <a:endParaRPr kumimoji="0" 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94099" y="290456"/>
            <a:ext cx="32272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Tools &amp; Technologies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895822" y="860612"/>
            <a:ext cx="4061012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Recall – Measure of detected actual positives</a:t>
            </a:r>
          </a:p>
          <a:p>
            <a:pPr algn="just">
              <a:buFont typeface="Arial" pitchFamily="34" charset="0"/>
              <a:buChar char="•"/>
            </a:pP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F1-Score – Balance between precision and recall</a:t>
            </a:r>
          </a:p>
          <a:p>
            <a:pPr algn="just">
              <a:buFont typeface="Arial" pitchFamily="34" charset="0"/>
              <a:buChar char="•"/>
            </a:pP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ROC-AUC – Model discrimination capability</a:t>
            </a:r>
          </a:p>
          <a:p>
            <a:pPr algn="just">
              <a:buFont typeface="Arial" pitchFamily="34" charset="0"/>
              <a:buChar char="•"/>
            </a:pP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Google Colab – Cloud-based execution and training platform</a:t>
            </a:r>
          </a:p>
          <a:p>
            <a:pPr algn="just">
              <a:buFont typeface="Arial" pitchFamily="34" charset="0"/>
              <a:buChar char="•"/>
            </a:pP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Jupyter Notebook – Interactive coding environment</a:t>
            </a:r>
          </a:p>
          <a:p>
            <a:pPr algn="just">
              <a:buFont typeface="Arial" pitchFamily="34" charset="0"/>
              <a:buChar char="•"/>
            </a:pP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GPU Support (Google Colab – optional) – Faster training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790" y="189531"/>
            <a:ext cx="7704000" cy="572700"/>
          </a:xfrm>
        </p:spPr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E408BE-B22D-481B-677C-4253B13CD73B}"/>
              </a:ext>
            </a:extLst>
          </p:cNvPr>
          <p:cNvSpPr txBox="1"/>
          <p:nvPr/>
        </p:nvSpPr>
        <p:spPr>
          <a:xfrm>
            <a:off x="787706" y="1101095"/>
            <a:ext cx="3167349" cy="1885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MS Mincho" panose="020B0400000000000000" pitchFamily="49" charset="-128"/>
                <a:cs typeface="Times New Roman" panose="02020603050405020304" pitchFamily="18" charset="0"/>
              </a:rPr>
              <a:t>Model Name: Random Forest</a:t>
            </a:r>
            <a:endParaRPr lang="en-IN" sz="1400" dirty="0">
              <a:effectLst/>
              <a:latin typeface="Times New Roman" panose="02020603050405020304" pitchFamily="18" charset="0"/>
              <a:ea typeface="MS Mincho" panose="020B0400000000000000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Bef>
                <a:spcPts val="1000"/>
              </a:spcBef>
              <a:buFont typeface="Wingdings" panose="05000000000000000000" pitchFamily="2" charset="2"/>
              <a:buChar char=""/>
            </a:pPr>
            <a:r>
              <a:rPr lang="en-US" sz="1800" b="1" dirty="0">
                <a:solidFill>
                  <a:srgbClr val="4F81BD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Performance Metrics</a:t>
            </a:r>
            <a:endParaRPr lang="en-IN" sz="1800" b="1" dirty="0">
              <a:solidFill>
                <a:srgbClr val="4F81BD"/>
              </a:solidFill>
              <a:effectLst/>
              <a:latin typeface="Times New Roman" panose="02020603050405020304" pitchFamily="18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1400" dirty="0">
                <a:effectLst/>
                <a:latin typeface="Times New Roman" panose="02020603050405020304" pitchFamily="18" charset="0"/>
                <a:ea typeface="MS Mincho" panose="020B0400000000000000" pitchFamily="49" charset="-128"/>
                <a:cs typeface="Times New Roman" panose="02020603050405020304" pitchFamily="18" charset="0"/>
              </a:rPr>
              <a:t>Accuracy: 0. 98</a:t>
            </a:r>
            <a:endParaRPr lang="en-IN" sz="1400" dirty="0">
              <a:effectLst/>
              <a:latin typeface="Times New Roman" panose="02020603050405020304" pitchFamily="18" charset="0"/>
              <a:ea typeface="MS Mincho" panose="020B0400000000000000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1400" dirty="0">
                <a:effectLst/>
                <a:latin typeface="Times New Roman" panose="02020603050405020304" pitchFamily="18" charset="0"/>
                <a:ea typeface="MS Mincho" panose="020B0400000000000000" pitchFamily="49" charset="-128"/>
                <a:cs typeface="Times New Roman" panose="02020603050405020304" pitchFamily="18" charset="0"/>
              </a:rPr>
              <a:t>Precision: 0. 96</a:t>
            </a:r>
            <a:endParaRPr lang="en-IN" sz="1400" dirty="0">
              <a:effectLst/>
              <a:latin typeface="Times New Roman" panose="02020603050405020304" pitchFamily="18" charset="0"/>
              <a:ea typeface="MS Mincho" panose="020B0400000000000000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1400" dirty="0">
                <a:effectLst/>
                <a:latin typeface="Times New Roman" panose="02020603050405020304" pitchFamily="18" charset="0"/>
                <a:ea typeface="MS Mincho" panose="020B0400000000000000" pitchFamily="49" charset="-128"/>
                <a:cs typeface="Times New Roman" panose="02020603050405020304" pitchFamily="18" charset="0"/>
              </a:rPr>
              <a:t>Recall: 0. 99</a:t>
            </a:r>
            <a:endParaRPr lang="en-IN" sz="1400" dirty="0">
              <a:effectLst/>
              <a:latin typeface="Times New Roman" panose="02020603050405020304" pitchFamily="18" charset="0"/>
              <a:ea typeface="MS Mincho" panose="020B0400000000000000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en-US" sz="1400" dirty="0">
                <a:effectLst/>
                <a:latin typeface="Times New Roman" panose="02020603050405020304" pitchFamily="18" charset="0"/>
                <a:ea typeface="MS Mincho" panose="020B0400000000000000" pitchFamily="49" charset="-128"/>
                <a:cs typeface="Times New Roman" panose="02020603050405020304" pitchFamily="18" charset="0"/>
              </a:rPr>
              <a:t>F1-Score: 0.97</a:t>
            </a:r>
            <a:endParaRPr lang="en-IN" sz="1400" dirty="0">
              <a:effectLst/>
              <a:latin typeface="Times New Roman" panose="02020603050405020304" pitchFamily="18" charset="0"/>
              <a:ea typeface="MS Mincho" panose="020B0400000000000000" pitchFamily="49" charset="-128"/>
              <a:cs typeface="Times New Roman" panose="02020603050405020304" pitchFamily="18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6C25B2A-EFA4-440F-D748-FC69A96803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2132728"/>
              </p:ext>
            </p:extLst>
          </p:nvPr>
        </p:nvGraphicFramePr>
        <p:xfrm>
          <a:off x="457200" y="762231"/>
          <a:ext cx="8289562" cy="41330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466">
                  <a:extLst>
                    <a:ext uri="{9D8B030D-6E8A-4147-A177-3AD203B41FA5}">
                      <a16:colId xmlns:a16="http://schemas.microsoft.com/office/drawing/2014/main" val="1748886369"/>
                    </a:ext>
                  </a:extLst>
                </a:gridCol>
                <a:gridCol w="1661024">
                  <a:extLst>
                    <a:ext uri="{9D8B030D-6E8A-4147-A177-3AD203B41FA5}">
                      <a16:colId xmlns:a16="http://schemas.microsoft.com/office/drawing/2014/main" val="2378865982"/>
                    </a:ext>
                  </a:extLst>
                </a:gridCol>
                <a:gridCol w="1661024">
                  <a:extLst>
                    <a:ext uri="{9D8B030D-6E8A-4147-A177-3AD203B41FA5}">
                      <a16:colId xmlns:a16="http://schemas.microsoft.com/office/drawing/2014/main" val="949344183"/>
                    </a:ext>
                  </a:extLst>
                </a:gridCol>
                <a:gridCol w="1661024">
                  <a:extLst>
                    <a:ext uri="{9D8B030D-6E8A-4147-A177-3AD203B41FA5}">
                      <a16:colId xmlns:a16="http://schemas.microsoft.com/office/drawing/2014/main" val="2239699474"/>
                    </a:ext>
                  </a:extLst>
                </a:gridCol>
                <a:gridCol w="1661024">
                  <a:extLst>
                    <a:ext uri="{9D8B030D-6E8A-4147-A177-3AD203B41FA5}">
                      <a16:colId xmlns:a16="http://schemas.microsoft.com/office/drawing/2014/main" val="31352173"/>
                    </a:ext>
                  </a:extLst>
                </a:gridCol>
              </a:tblGrid>
              <a:tr h="316936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rPr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rPr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rPr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rPr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rPr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F1-Score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9278420"/>
                  </a:ext>
                </a:extLst>
              </a:tr>
              <a:tr h="314427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Ridge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87.9%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88.3%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2881225"/>
                  </a:ext>
                </a:extLst>
              </a:tr>
              <a:tr h="314427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90.1%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1711972"/>
                  </a:ext>
                </a:extLst>
              </a:tr>
              <a:tr h="314427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Decision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91.7%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8756942"/>
                  </a:ext>
                </a:extLst>
              </a:tr>
              <a:tr h="314427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94.9%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6478921"/>
                  </a:ext>
                </a:extLst>
              </a:tr>
              <a:tr h="314427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95.6%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332231"/>
                  </a:ext>
                </a:extLst>
              </a:tr>
              <a:tr h="314427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96.2%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639408"/>
                  </a:ext>
                </a:extLst>
              </a:tr>
              <a:tr h="314427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96.9%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8623799"/>
                  </a:ext>
                </a:extLst>
              </a:tr>
              <a:tr h="314427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97.9%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97.2%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206413"/>
                  </a:ext>
                </a:extLst>
              </a:tr>
              <a:tr h="475406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LSTM</a:t>
                      </a:r>
                      <a:endParaRPr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97.9%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1714599"/>
                  </a:ext>
                </a:extLst>
              </a:tr>
              <a:tr h="763608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Hybrid Transformer + LSTM</a:t>
                      </a:r>
                      <a:endParaRPr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88.00%</a:t>
                      </a:r>
                      <a:endParaRPr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74.33%</a:t>
                      </a:r>
                      <a:endParaRPr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100.00%</a:t>
                      </a:r>
                      <a:endParaRPr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85.28%</a:t>
                      </a:r>
                      <a:endParaRPr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242893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0B934-3D9F-AA55-4C44-F02DBD8B0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67450-EE78-A39A-DBA2-479EE436F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8790" y="189531"/>
            <a:ext cx="7704000" cy="572700"/>
          </a:xfrm>
        </p:spPr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32D594-51A1-DF26-1F21-01CB33141A66}"/>
              </a:ext>
            </a:extLst>
          </p:cNvPr>
          <p:cNvSpPr txBox="1"/>
          <p:nvPr/>
        </p:nvSpPr>
        <p:spPr>
          <a:xfrm>
            <a:off x="787706" y="1101095"/>
            <a:ext cx="3167349" cy="1885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MS Mincho" panose="020B0400000000000000" pitchFamily="49" charset="-128"/>
                <a:cs typeface="Times New Roman" panose="02020603050405020304" pitchFamily="18" charset="0"/>
              </a:rPr>
              <a:t>Model Name: Random Forest</a:t>
            </a:r>
            <a:endParaRPr lang="en-IN" sz="1400" dirty="0">
              <a:effectLst/>
              <a:latin typeface="Times New Roman" panose="02020603050405020304" pitchFamily="18" charset="0"/>
              <a:ea typeface="MS Mincho" panose="020B0400000000000000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Bef>
                <a:spcPts val="1000"/>
              </a:spcBef>
              <a:buFont typeface="Wingdings" panose="05000000000000000000" pitchFamily="2" charset="2"/>
              <a:buChar char=""/>
            </a:pPr>
            <a:r>
              <a:rPr lang="en-US" sz="1800" b="1" dirty="0">
                <a:solidFill>
                  <a:srgbClr val="4F81BD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Performance Metrics</a:t>
            </a:r>
            <a:endParaRPr lang="en-IN" sz="1800" b="1" dirty="0">
              <a:solidFill>
                <a:srgbClr val="4F81BD"/>
              </a:solidFill>
              <a:effectLst/>
              <a:latin typeface="Times New Roman" panose="02020603050405020304" pitchFamily="18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1400" dirty="0">
                <a:effectLst/>
                <a:latin typeface="Times New Roman" panose="02020603050405020304" pitchFamily="18" charset="0"/>
                <a:ea typeface="MS Mincho" panose="020B0400000000000000" pitchFamily="49" charset="-128"/>
                <a:cs typeface="Times New Roman" panose="02020603050405020304" pitchFamily="18" charset="0"/>
              </a:rPr>
              <a:t>Accuracy: 0. 98</a:t>
            </a:r>
            <a:endParaRPr lang="en-IN" sz="1400" dirty="0">
              <a:effectLst/>
              <a:latin typeface="Times New Roman" panose="02020603050405020304" pitchFamily="18" charset="0"/>
              <a:ea typeface="MS Mincho" panose="020B0400000000000000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1400" dirty="0">
                <a:effectLst/>
                <a:latin typeface="Times New Roman" panose="02020603050405020304" pitchFamily="18" charset="0"/>
                <a:ea typeface="MS Mincho" panose="020B0400000000000000" pitchFamily="49" charset="-128"/>
                <a:cs typeface="Times New Roman" panose="02020603050405020304" pitchFamily="18" charset="0"/>
              </a:rPr>
              <a:t>Precision: 0. 96</a:t>
            </a:r>
            <a:endParaRPr lang="en-IN" sz="1400" dirty="0">
              <a:effectLst/>
              <a:latin typeface="Times New Roman" panose="02020603050405020304" pitchFamily="18" charset="0"/>
              <a:ea typeface="MS Mincho" panose="020B0400000000000000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1400" dirty="0">
                <a:effectLst/>
                <a:latin typeface="Times New Roman" panose="02020603050405020304" pitchFamily="18" charset="0"/>
                <a:ea typeface="MS Mincho" panose="020B0400000000000000" pitchFamily="49" charset="-128"/>
                <a:cs typeface="Times New Roman" panose="02020603050405020304" pitchFamily="18" charset="0"/>
              </a:rPr>
              <a:t>Recall: 0. 99</a:t>
            </a:r>
            <a:endParaRPr lang="en-IN" sz="1400" dirty="0">
              <a:effectLst/>
              <a:latin typeface="Times New Roman" panose="02020603050405020304" pitchFamily="18" charset="0"/>
              <a:ea typeface="MS Mincho" panose="020B0400000000000000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en-US" sz="1400" dirty="0">
                <a:effectLst/>
                <a:latin typeface="Times New Roman" panose="02020603050405020304" pitchFamily="18" charset="0"/>
                <a:ea typeface="MS Mincho" panose="020B0400000000000000" pitchFamily="49" charset="-128"/>
                <a:cs typeface="Times New Roman" panose="02020603050405020304" pitchFamily="18" charset="0"/>
              </a:rPr>
              <a:t>F1-Score: 0.97</a:t>
            </a:r>
            <a:endParaRPr lang="en-IN" sz="1400" dirty="0">
              <a:effectLst/>
              <a:latin typeface="Times New Roman" panose="02020603050405020304" pitchFamily="18" charset="0"/>
              <a:ea typeface="MS Mincho" panose="020B0400000000000000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D6D95F-F2AD-B004-1223-300907CF61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624" y="1187147"/>
            <a:ext cx="2595771" cy="28421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71F6050-4975-357D-C332-A8AFF4551E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9318" y="1187149"/>
            <a:ext cx="2926000" cy="28421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604172D-F8AC-6E8F-430D-2A24613C99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1417" y="1216878"/>
            <a:ext cx="2714959" cy="284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1347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B3DCC-1CFC-561F-D7BD-876D4B39D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85147-C364-C8C2-9AF6-CF3CB3523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8790" y="189531"/>
            <a:ext cx="7704000" cy="572700"/>
          </a:xfrm>
        </p:spPr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7643D9-E993-203D-936F-FBE8981A1D59}"/>
              </a:ext>
            </a:extLst>
          </p:cNvPr>
          <p:cNvSpPr txBox="1"/>
          <p:nvPr/>
        </p:nvSpPr>
        <p:spPr>
          <a:xfrm>
            <a:off x="787706" y="1101095"/>
            <a:ext cx="3167349" cy="17768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MS Mincho" panose="020B0400000000000000" pitchFamily="49" charset="-128"/>
                <a:cs typeface="Times New Roman" panose="02020603050405020304" pitchFamily="18" charset="0"/>
              </a:rPr>
              <a:t>Model Name: KNN</a:t>
            </a:r>
            <a:endParaRPr lang="en-IN" sz="1400" dirty="0">
              <a:effectLst/>
              <a:latin typeface="Times New Roman" panose="02020603050405020304" pitchFamily="18" charset="0"/>
              <a:ea typeface="MS Mincho" panose="020B0400000000000000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Bef>
                <a:spcPts val="1000"/>
              </a:spcBef>
              <a:buFont typeface="Wingdings" panose="05000000000000000000" pitchFamily="2" charset="2"/>
              <a:buChar char=""/>
            </a:pPr>
            <a:r>
              <a:rPr lang="en-US" sz="1800" b="1" dirty="0">
                <a:solidFill>
                  <a:srgbClr val="4F81BD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Performance Metrics</a:t>
            </a:r>
            <a:endParaRPr lang="en-IN" sz="1800" b="1" dirty="0">
              <a:solidFill>
                <a:srgbClr val="4F81BD"/>
              </a:solidFill>
              <a:effectLst/>
              <a:latin typeface="Times New Roman" panose="02020603050405020304" pitchFamily="18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Accuracy: 0. 83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Precision: 0. 83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Recall: 0. 62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F1-Score: 0.71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78E859-50D0-5C3E-CB69-D295FB751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000" y="1100981"/>
            <a:ext cx="2851814" cy="26200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E9F8FB9-545C-8DE1-B451-53C9BFEBB4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6154" y="1101095"/>
            <a:ext cx="2851814" cy="26200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04240E7-19A2-7726-DC11-1C8D89A145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3308" y="1100982"/>
            <a:ext cx="2608756" cy="2662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2748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77962-7259-4796-4AD3-97E933F38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4A615-346F-600B-80EE-9AF6D16F9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8790" y="189531"/>
            <a:ext cx="7704000" cy="572700"/>
          </a:xfrm>
        </p:spPr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2B5C7F-34AF-5C8C-A0DE-8849A259A5FE}"/>
              </a:ext>
            </a:extLst>
          </p:cNvPr>
          <p:cNvSpPr txBox="1"/>
          <p:nvPr/>
        </p:nvSpPr>
        <p:spPr>
          <a:xfrm>
            <a:off x="710587" y="1101095"/>
            <a:ext cx="3167349" cy="1992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dirty="0">
                <a:effectLst/>
                <a:latin typeface="Times New Roman" panose="02020603050405020304" pitchFamily="18" charset="0"/>
                <a:ea typeface="MS Mincho" panose="020B0400000000000000" pitchFamily="49" charset="-128"/>
                <a:cs typeface="Times New Roman" panose="02020603050405020304" pitchFamily="18" charset="0"/>
              </a:rPr>
              <a:t>Model Name: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XGBoost  classification</a:t>
            </a:r>
            <a:endParaRPr lang="en-IN" sz="1400" dirty="0">
              <a:effectLst/>
              <a:latin typeface="Times New Roman" panose="02020603050405020304" pitchFamily="18" charset="0"/>
              <a:ea typeface="MS Mincho" panose="020B0400000000000000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Bef>
                <a:spcPts val="1000"/>
              </a:spcBef>
              <a:buFont typeface="Wingdings" panose="05000000000000000000" pitchFamily="2" charset="2"/>
              <a:buChar char=""/>
            </a:pPr>
            <a:r>
              <a:rPr lang="en-US" sz="1800" b="1" dirty="0">
                <a:solidFill>
                  <a:srgbClr val="4F81BD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Performance Metrics</a:t>
            </a:r>
            <a:endParaRPr lang="en-IN" sz="1800" b="1" dirty="0">
              <a:solidFill>
                <a:srgbClr val="4F81BD"/>
              </a:solidFill>
              <a:effectLst/>
              <a:latin typeface="Times New Roman" panose="02020603050405020304" pitchFamily="18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Accuracy: 0. 98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Precision: 0. 98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Recall: 0. 98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F1-Score: 0.98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5A32C4-F6EC-BD3E-1A7C-DE0436F3B4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9584" y="1149967"/>
            <a:ext cx="2919508" cy="28435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511D7A9-97AB-BEB3-FC13-C841CB077B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5544" y="1149966"/>
            <a:ext cx="2727245" cy="284356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91B064E-8E98-6A0B-5902-EE46154DCC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211" y="1149969"/>
            <a:ext cx="2721921" cy="2843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4856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75D98-9CF2-7911-B1A9-C27C743B4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2DEFF-4BB2-0D4C-5E4F-716691C9F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8790" y="189531"/>
            <a:ext cx="7704000" cy="572700"/>
          </a:xfrm>
        </p:spPr>
        <p:txBody>
          <a:bodyPr/>
          <a:lstStyle/>
          <a:p>
            <a:r>
              <a:rPr lang="en-US" dirty="0"/>
              <a:t>Results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9DBBD6-04FF-2A8B-5F8C-8E69963C54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210" y="706244"/>
            <a:ext cx="4087268" cy="359069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AAB17DF-DEC1-B2FD-0470-2301363C42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012" y="762231"/>
            <a:ext cx="3950309" cy="3534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3767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C2373-5926-3383-1EB2-99A5A9355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7F7E1-05F9-F6B0-1F65-AF6668409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9122" y="189531"/>
            <a:ext cx="7704000" cy="5727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- Comparison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AA0CD8-2FB1-131F-2366-3C911B4A50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9669" y="1047577"/>
            <a:ext cx="5391785" cy="381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7726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90A3D-76D5-7907-555D-1FF8C9023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CB778-E282-2BC9-1C94-9D3F6D2EB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9122" y="189531"/>
            <a:ext cx="7704000" cy="5727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– SHAP Analysis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645A62-9B02-1A90-9A00-78C3008126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4395" y="870333"/>
            <a:ext cx="5816906" cy="3467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312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161063" y="149531"/>
            <a:ext cx="7704000" cy="572700"/>
          </a:xfrm>
        </p:spPr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Conclusion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AF1A2D-E169-DA8A-0147-2938BE5A0A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308409"/>
            <a:ext cx="6795922" cy="2448265"/>
          </a:xfrm>
        </p:spPr>
        <p:txBody>
          <a:bodyPr/>
          <a:lstStyle/>
          <a:p>
            <a:pPr marL="177800" indent="0">
              <a:lnSpc>
                <a:spcPct val="150000"/>
              </a:lnSpc>
              <a:buNone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AI-powered system accurately predicts energy consumption and identifies as peak hours and non peak hours.</a:t>
            </a:r>
            <a:b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Among all models, LSTM performed best.</a:t>
            </a:r>
            <a:b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system can significantly reduce energy wastage and support smart energy management.</a:t>
            </a:r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DD25B-FE88-1866-8029-BBA0A7A92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E7B9E79-9C4A-3DDE-6632-569FEE00F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1063" y="149531"/>
            <a:ext cx="7704000" cy="5727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97EF71-36E4-171D-6C62-1762642339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256371"/>
            <a:ext cx="6795922" cy="2500304"/>
          </a:xfrm>
        </p:spPr>
        <p:txBody>
          <a:bodyPr/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real-time IoT sensors 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Inclusion of renewable energy sources 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on edge devices 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energy control using reinforcement learning</a:t>
            </a:r>
          </a:p>
        </p:txBody>
      </p:sp>
    </p:spTree>
    <p:extLst>
      <p:ext uri="{BB962C8B-B14F-4D97-AF65-F5344CB8AC3E}">
        <p14:creationId xmlns:p14="http://schemas.microsoft.com/office/powerpoint/2010/main" val="31879590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2589A-82C8-A66C-B116-34BE403D7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9B7A4AA-7F15-BE15-66F6-241FD8ED89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8032" y="548639"/>
            <a:ext cx="8122024" cy="4001845"/>
          </a:xfrm>
        </p:spPr>
        <p:txBody>
          <a:bodyPr/>
          <a:lstStyle/>
          <a:p>
            <a:pPr algn="just"/>
            <a:r>
              <a:rPr lang="en-US" sz="1400" dirty="0">
                <a:latin typeface="Times New Roman" pitchFamily="18" charset="0"/>
                <a:cs typeface="Times New Roman" pitchFamily="18" charset="0"/>
                <a:hlinkClick r:id="rId2" tooltip="https://ieeexplore.ieee.org/stamp/stamp.jsp?tp=&amp;arnumber=10193623"/>
              </a:rPr>
              <a:t>[1] A. V. Brahmane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  <a:hlinkClick r:id="rId2" tooltip="https://ieeexplore.ieee.org/stamp/stamp.jsp?tp=&amp;arnumber=10193623"/>
              </a:rPr>
              <a:t>et al.</a:t>
            </a:r>
            <a:r>
              <a:rPr lang="en-US" sz="1400" dirty="0">
                <a:latin typeface="Times New Roman" pitchFamily="18" charset="0"/>
                <a:cs typeface="Times New Roman" pitchFamily="18" charset="0"/>
                <a:hlinkClick r:id="rId2" tooltip="https://ieeexplore.ieee.org/stamp/stamp.jsp?tp=&amp;arnumber=10193623"/>
              </a:rPr>
              <a:t>, “Artificial intelligence-based energy management system for renewable energy sources,”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  <a:hlinkClick r:id="rId2" tooltip="https://ieeexplore.ieee.org/stamp/stamp.jsp?tp=&amp;arnumber=10193623"/>
              </a:rPr>
              <a:t>in Proc. Int. Conf. Renewable Energy and Smart Grid Technologies</a:t>
            </a:r>
            <a:r>
              <a:rPr lang="en-US" sz="1400" dirty="0">
                <a:latin typeface="Times New Roman" pitchFamily="18" charset="0"/>
                <a:cs typeface="Times New Roman" pitchFamily="18" charset="0"/>
                <a:hlinkClick r:id="rId2" tooltip="https://ieeexplore.ieee.org/stamp/stamp.jsp?tp=&amp;arnumber=10193623"/>
              </a:rPr>
              <a:t>, 2020, pp. 1–6.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400" dirty="0">
                <a:latin typeface="Times New Roman" pitchFamily="18" charset="0"/>
                <a:cs typeface="Times New Roman" pitchFamily="18" charset="0"/>
                <a:hlinkClick r:id="rId3"/>
              </a:rPr>
              <a:t>[2] Author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  <a:hlinkClick r:id="rId3"/>
              </a:rPr>
              <a:t>et al.</a:t>
            </a:r>
            <a:r>
              <a:rPr lang="en-US" sz="1400" dirty="0">
                <a:latin typeface="Times New Roman" pitchFamily="18" charset="0"/>
                <a:cs typeface="Times New Roman" pitchFamily="18" charset="0"/>
                <a:hlinkClick r:id="rId3"/>
              </a:rPr>
              <a:t>, “Energy consumption prediction,”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  <a:hlinkClick r:id="rId3"/>
              </a:rPr>
              <a:t>in Proc. Int. Conf. Machine Learning and Energy Systems</a:t>
            </a:r>
            <a:r>
              <a:rPr lang="en-US" sz="1400" dirty="0">
                <a:latin typeface="Times New Roman" pitchFamily="18" charset="0"/>
                <a:cs typeface="Times New Roman" pitchFamily="18" charset="0"/>
                <a:hlinkClick r:id="rId3"/>
              </a:rPr>
              <a:t>, 2022, pp. 10–16.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400" dirty="0">
                <a:latin typeface="Times New Roman" pitchFamily="18" charset="0"/>
                <a:cs typeface="Times New Roman" pitchFamily="18" charset="0"/>
                <a:hlinkClick r:id="rId4"/>
              </a:rPr>
              <a:t>[3] E. K. Iriakuma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  <a:hlinkClick r:id="rId4"/>
              </a:rPr>
              <a:t>et al.</a:t>
            </a:r>
            <a:r>
              <a:rPr lang="en-US" sz="1400" dirty="0">
                <a:latin typeface="Times New Roman" pitchFamily="18" charset="0"/>
                <a:cs typeface="Times New Roman" pitchFamily="18" charset="0"/>
                <a:hlinkClick r:id="rId4"/>
              </a:rPr>
              <a:t>, “Forecasting energy consumption with artificial intelligence,”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  <a:hlinkClick r:id="rId4"/>
              </a:rPr>
              <a:t>in Proc. Int. Conf. Data Science and Smart Energy</a:t>
            </a:r>
            <a:r>
              <a:rPr lang="en-US" sz="1400" dirty="0">
                <a:latin typeface="Times New Roman" pitchFamily="18" charset="0"/>
                <a:cs typeface="Times New Roman" pitchFamily="18" charset="0"/>
                <a:hlinkClick r:id="rId4"/>
              </a:rPr>
              <a:t>, 2021, pp. 45–51.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400" dirty="0">
                <a:latin typeface="Times New Roman" pitchFamily="18" charset="0"/>
                <a:cs typeface="Times New Roman" pitchFamily="18" charset="0"/>
                <a:hlinkClick r:id="rId5"/>
              </a:rPr>
              <a:t>[4] S. H.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  <a:hlinkClick r:id="rId5"/>
              </a:rPr>
              <a:t>Alsahmi</a:t>
            </a:r>
            <a:r>
              <a:rPr lang="en-US" sz="1400" dirty="0">
                <a:latin typeface="Times New Roman" pitchFamily="18" charset="0"/>
                <a:cs typeface="Times New Roman" pitchFamily="18" charset="0"/>
                <a:hlinkClick r:id="rId5"/>
              </a:rPr>
              <a:t>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  <a:hlinkClick r:id="rId5"/>
              </a:rPr>
              <a:t>et al.</a:t>
            </a:r>
            <a:r>
              <a:rPr lang="en-US" sz="1400" dirty="0">
                <a:latin typeface="Times New Roman" pitchFamily="18" charset="0"/>
                <a:cs typeface="Times New Roman" pitchFamily="18" charset="0"/>
                <a:hlinkClick r:id="rId5"/>
              </a:rPr>
              <a:t>, “From prediction to sustainability,”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  <a:hlinkClick r:id="rId5"/>
              </a:rPr>
              <a:t>in Proc. Int. Conf. Smart Cities and Sustainable Energy</a:t>
            </a:r>
            <a:r>
              <a:rPr lang="en-US" sz="1400" dirty="0">
                <a:latin typeface="Times New Roman" pitchFamily="18" charset="0"/>
                <a:cs typeface="Times New Roman" pitchFamily="18" charset="0"/>
                <a:hlinkClick r:id="rId5"/>
              </a:rPr>
              <a:t>, 2022, pp. 90–97.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400" dirty="0">
                <a:latin typeface="Times New Roman" pitchFamily="18" charset="0"/>
                <a:cs typeface="Times New Roman" pitchFamily="18" charset="0"/>
                <a:hlinkClick r:id="rId6"/>
              </a:rPr>
              <a:t>[5] Author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  <a:hlinkClick r:id="rId6"/>
              </a:rPr>
              <a:t>et al.</a:t>
            </a:r>
            <a:r>
              <a:rPr lang="en-US" sz="1400" dirty="0">
                <a:latin typeface="Times New Roman" pitchFamily="18" charset="0"/>
                <a:cs typeface="Times New Roman" pitchFamily="18" charset="0"/>
                <a:hlinkClick r:id="rId6"/>
              </a:rPr>
              <a:t>, “Powering a sustainable future: AI-driven energy systems,”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  <a:hlinkClick r:id="rId6"/>
              </a:rPr>
              <a:t>in Proc. Int. Conf. Sustainable Energy Technologies</a:t>
            </a:r>
            <a:r>
              <a:rPr lang="en-US" sz="1400" dirty="0">
                <a:latin typeface="Times New Roman" pitchFamily="18" charset="0"/>
                <a:cs typeface="Times New Roman" pitchFamily="18" charset="0"/>
                <a:hlinkClick r:id="rId6"/>
              </a:rPr>
              <a:t>, 2023, pp. 30–36.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1400" dirty="0">
              <a:latin typeface="Times New Roman" pitchFamily="18" charset="0"/>
              <a:cs typeface="Times New Roman" pitchFamily="18" charset="0"/>
              <a:hlinkClick r:id="rId7"/>
            </a:endParaRPr>
          </a:p>
          <a:p>
            <a:pPr algn="just"/>
            <a:r>
              <a:rPr lang="en-US" sz="1400" dirty="0">
                <a:latin typeface="Times New Roman" pitchFamily="18" charset="0"/>
                <a:cs typeface="Times New Roman" pitchFamily="18" charset="0"/>
                <a:hlinkClick r:id="rId7"/>
              </a:rPr>
              <a:t>[6] Author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  <a:hlinkClick r:id="rId7"/>
              </a:rPr>
              <a:t>et al.</a:t>
            </a:r>
            <a:r>
              <a:rPr lang="en-US" sz="1400" dirty="0">
                <a:latin typeface="Times New Roman" pitchFamily="18" charset="0"/>
                <a:cs typeface="Times New Roman" pitchFamily="18" charset="0"/>
                <a:hlinkClick r:id="rId7"/>
              </a:rPr>
              <a:t>, “Prediction and optimization of intelligent energy consumption,”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  <a:hlinkClick r:id="rId7"/>
              </a:rPr>
              <a:t>in Proc. Int. Conf. Intelligent Systems and Energy Informatics</a:t>
            </a:r>
            <a:r>
              <a:rPr lang="en-US" sz="1400" dirty="0">
                <a:latin typeface="Times New Roman" pitchFamily="18" charset="0"/>
                <a:cs typeface="Times New Roman" pitchFamily="18" charset="0"/>
                <a:hlinkClick r:id="rId7"/>
              </a:rPr>
              <a:t>, 2022, pp. 60–66.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400" dirty="0">
                <a:latin typeface="Times New Roman" pitchFamily="18" charset="0"/>
                <a:cs typeface="Times New Roman" pitchFamily="18" charset="0"/>
                <a:hlinkClick r:id="rId8"/>
              </a:rPr>
              <a:t>[7] Author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  <a:hlinkClick r:id="rId8"/>
              </a:rPr>
              <a:t>et al.</a:t>
            </a:r>
            <a:r>
              <a:rPr lang="en-US" sz="1400" dirty="0">
                <a:latin typeface="Times New Roman" pitchFamily="18" charset="0"/>
                <a:cs typeface="Times New Roman" pitchFamily="18" charset="0"/>
                <a:hlinkClick r:id="rId8"/>
              </a:rPr>
              <a:t>, “Sustainable energy management in the AI era,” </a:t>
            </a:r>
            <a:r>
              <a:rPr lang="en-US" sz="1400" i="1" dirty="0">
                <a:latin typeface="Times New Roman" pitchFamily="18" charset="0"/>
                <a:cs typeface="Times New Roman" pitchFamily="18" charset="0"/>
                <a:hlinkClick r:id="rId8"/>
              </a:rPr>
              <a:t>in Proc. Int. Conf. Artificial Intelligence for Sustainability</a:t>
            </a:r>
            <a:r>
              <a:rPr lang="en-US" sz="1400" dirty="0">
                <a:latin typeface="Times New Roman" pitchFamily="18" charset="0"/>
                <a:cs typeface="Times New Roman" pitchFamily="18" charset="0"/>
                <a:hlinkClick r:id="rId8"/>
              </a:rPr>
              <a:t>, 2023, pp. 15–21.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A6359A5-44CF-D535-6712-63A67692B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1063" y="149531"/>
            <a:ext cx="7704000" cy="572700"/>
          </a:xfrm>
        </p:spPr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References </a:t>
            </a:r>
          </a:p>
        </p:txBody>
      </p:sp>
    </p:spTree>
    <p:extLst>
      <p:ext uri="{BB962C8B-B14F-4D97-AF65-F5344CB8AC3E}">
        <p14:creationId xmlns:p14="http://schemas.microsoft.com/office/powerpoint/2010/main" val="20850760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1" name="Google Shape;1471;p45"/>
          <p:cNvSpPr txBox="1">
            <a:spLocks noGrp="1"/>
          </p:cNvSpPr>
          <p:nvPr>
            <p:ph type="ctrTitle"/>
          </p:nvPr>
        </p:nvSpPr>
        <p:spPr>
          <a:xfrm>
            <a:off x="2092325" y="1968500"/>
            <a:ext cx="4698365" cy="107251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600" dirty="0">
                <a:latin typeface="Candara Light" panose="020E0502030303020204" charset="0"/>
                <a:cs typeface="Candara Light" panose="020E0502030303020204" charset="0"/>
              </a:rPr>
              <a:t>Thank You</a:t>
            </a:r>
          </a:p>
        </p:txBody>
      </p:sp>
      <p:grpSp>
        <p:nvGrpSpPr>
          <p:cNvPr id="1474" name="Google Shape;1474;p45"/>
          <p:cNvGrpSpPr/>
          <p:nvPr/>
        </p:nvGrpSpPr>
        <p:grpSpPr>
          <a:xfrm>
            <a:off x="632523" y="1772304"/>
            <a:ext cx="1639735" cy="2024074"/>
            <a:chOff x="632523" y="1772304"/>
            <a:chExt cx="1639735" cy="2024074"/>
          </a:xfrm>
        </p:grpSpPr>
        <p:sp>
          <p:nvSpPr>
            <p:cNvPr id="1475" name="Google Shape;1475;p45"/>
            <p:cNvSpPr/>
            <p:nvPr/>
          </p:nvSpPr>
          <p:spPr>
            <a:xfrm>
              <a:off x="632523" y="2747907"/>
              <a:ext cx="1048478" cy="1048472"/>
            </a:xfrm>
            <a:custGeom>
              <a:avLst/>
              <a:gdLst/>
              <a:ahLst/>
              <a:cxnLst/>
              <a:rect l="l" t="t" r="r" b="b"/>
              <a:pathLst>
                <a:path w="2337" h="2337" extrusionOk="0">
                  <a:moveTo>
                    <a:pt x="2337" y="1169"/>
                  </a:moveTo>
                  <a:cubicBezTo>
                    <a:pt x="2337" y="523"/>
                    <a:pt x="1814" y="0"/>
                    <a:pt x="1168" y="0"/>
                  </a:cubicBezTo>
                  <a:cubicBezTo>
                    <a:pt x="523" y="0"/>
                    <a:pt x="0" y="523"/>
                    <a:pt x="0" y="1169"/>
                  </a:cubicBezTo>
                  <a:cubicBezTo>
                    <a:pt x="0" y="1814"/>
                    <a:pt x="523" y="2337"/>
                    <a:pt x="1168" y="2337"/>
                  </a:cubicBezTo>
                  <a:cubicBezTo>
                    <a:pt x="1814" y="2337"/>
                    <a:pt x="2337" y="1814"/>
                    <a:pt x="2337" y="116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grpSp>
          <p:nvGrpSpPr>
            <p:cNvPr id="1476" name="Google Shape;1476;p45"/>
            <p:cNvGrpSpPr/>
            <p:nvPr/>
          </p:nvGrpSpPr>
          <p:grpSpPr>
            <a:xfrm>
              <a:off x="1064989" y="1772304"/>
              <a:ext cx="1114402" cy="746075"/>
              <a:chOff x="7371000" y="3471840"/>
              <a:chExt cx="894240" cy="598680"/>
            </a:xfrm>
          </p:grpSpPr>
          <p:sp>
            <p:nvSpPr>
              <p:cNvPr id="1477" name="Google Shape;1477;p45"/>
              <p:cNvSpPr/>
              <p:nvPr/>
            </p:nvSpPr>
            <p:spPr>
              <a:xfrm>
                <a:off x="7371000" y="3471840"/>
                <a:ext cx="894240" cy="598680"/>
              </a:xfrm>
              <a:custGeom>
                <a:avLst/>
                <a:gdLst/>
                <a:ahLst/>
                <a:cxnLst/>
                <a:rect l="l" t="t" r="r" b="b"/>
                <a:pathLst>
                  <a:path w="2484" h="1663" extrusionOk="0">
                    <a:moveTo>
                      <a:pt x="2484" y="1663"/>
                    </a:moveTo>
                    <a:lnTo>
                      <a:pt x="0" y="1663"/>
                    </a:lnTo>
                    <a:lnTo>
                      <a:pt x="0" y="0"/>
                    </a:lnTo>
                    <a:lnTo>
                      <a:pt x="2484" y="0"/>
                    </a:lnTo>
                    <a:lnTo>
                      <a:pt x="2484" y="166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1478" name="Google Shape;1478;p45"/>
              <p:cNvSpPr/>
              <p:nvPr/>
            </p:nvSpPr>
            <p:spPr>
              <a:xfrm>
                <a:off x="7371000" y="3582000"/>
                <a:ext cx="894240" cy="0"/>
              </a:xfrm>
              <a:custGeom>
                <a:avLst/>
                <a:gdLst/>
                <a:ahLst/>
                <a:cxnLst/>
                <a:rect l="l" t="t" r="r" b="b"/>
                <a:pathLst>
                  <a:path w="2484" h="120000" extrusionOk="0">
                    <a:moveTo>
                      <a:pt x="0" y="0"/>
                    </a:moveTo>
                    <a:lnTo>
                      <a:pt x="2484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bevel/>
                <a:headEnd type="none" w="sm" len="sm"/>
                <a:tailEnd type="none" w="sm" len="sm"/>
              </a:ln>
            </p:spPr>
            <p:txBody>
              <a:bodyPr spcFirstLastPara="1" wrap="square" lIns="92875" tIns="0" rIns="9287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1479" name="Google Shape;1479;p45"/>
              <p:cNvSpPr/>
              <p:nvPr/>
            </p:nvSpPr>
            <p:spPr>
              <a:xfrm>
                <a:off x="7407720" y="3507480"/>
                <a:ext cx="32760" cy="32400"/>
              </a:xfrm>
              <a:custGeom>
                <a:avLst/>
                <a:gdLst/>
                <a:ahLst/>
                <a:cxnLst/>
                <a:rect l="l" t="t" r="r" b="b"/>
                <a:pathLst>
                  <a:path w="91" h="90" extrusionOk="0">
                    <a:moveTo>
                      <a:pt x="91" y="44"/>
                    </a:moveTo>
                    <a:cubicBezTo>
                      <a:pt x="91" y="20"/>
                      <a:pt x="70" y="0"/>
                      <a:pt x="45" y="0"/>
                    </a:cubicBezTo>
                    <a:cubicBezTo>
                      <a:pt x="20" y="0"/>
                      <a:pt x="0" y="20"/>
                      <a:pt x="0" y="44"/>
                    </a:cubicBezTo>
                    <a:cubicBezTo>
                      <a:pt x="0" y="70"/>
                      <a:pt x="20" y="90"/>
                      <a:pt x="45" y="90"/>
                    </a:cubicBezTo>
                    <a:cubicBezTo>
                      <a:pt x="70" y="90"/>
                      <a:pt x="91" y="70"/>
                      <a:pt x="91" y="44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bevel/>
                <a:headEnd type="none" w="sm" len="sm"/>
                <a:tailEnd type="none" w="sm" len="sm"/>
              </a:ln>
            </p:spPr>
            <p:txBody>
              <a:bodyPr spcFirstLastPara="1" wrap="square" lIns="92875" tIns="0" rIns="9287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1480" name="Google Shape;1480;p45"/>
              <p:cNvSpPr/>
              <p:nvPr/>
            </p:nvSpPr>
            <p:spPr>
              <a:xfrm>
                <a:off x="7484760" y="3507480"/>
                <a:ext cx="32400" cy="32400"/>
              </a:xfrm>
              <a:custGeom>
                <a:avLst/>
                <a:gdLst/>
                <a:ahLst/>
                <a:cxnLst/>
                <a:rect l="l" t="t" r="r" b="b"/>
                <a:pathLst>
                  <a:path w="90" h="90" extrusionOk="0">
                    <a:moveTo>
                      <a:pt x="90" y="44"/>
                    </a:moveTo>
                    <a:cubicBezTo>
                      <a:pt x="90" y="20"/>
                      <a:pt x="70" y="0"/>
                      <a:pt x="45" y="0"/>
                    </a:cubicBezTo>
                    <a:cubicBezTo>
                      <a:pt x="20" y="0"/>
                      <a:pt x="0" y="20"/>
                      <a:pt x="0" y="44"/>
                    </a:cubicBezTo>
                    <a:cubicBezTo>
                      <a:pt x="0" y="70"/>
                      <a:pt x="20" y="90"/>
                      <a:pt x="45" y="90"/>
                    </a:cubicBezTo>
                    <a:cubicBezTo>
                      <a:pt x="70" y="90"/>
                      <a:pt x="90" y="70"/>
                      <a:pt x="90" y="44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bevel/>
                <a:headEnd type="none" w="sm" len="sm"/>
                <a:tailEnd type="none" w="sm" len="sm"/>
              </a:ln>
            </p:spPr>
            <p:txBody>
              <a:bodyPr spcFirstLastPara="1" wrap="square" lIns="92875" tIns="0" rIns="9287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1481" name="Google Shape;1481;p45"/>
              <p:cNvSpPr/>
              <p:nvPr/>
            </p:nvSpPr>
            <p:spPr>
              <a:xfrm>
                <a:off x="7561440" y="3507480"/>
                <a:ext cx="32760" cy="32400"/>
              </a:xfrm>
              <a:custGeom>
                <a:avLst/>
                <a:gdLst/>
                <a:ahLst/>
                <a:cxnLst/>
                <a:rect l="l" t="t" r="r" b="b"/>
                <a:pathLst>
                  <a:path w="91" h="90" extrusionOk="0">
                    <a:moveTo>
                      <a:pt x="91" y="44"/>
                    </a:moveTo>
                    <a:cubicBezTo>
                      <a:pt x="91" y="20"/>
                      <a:pt x="70" y="0"/>
                      <a:pt x="45" y="0"/>
                    </a:cubicBezTo>
                    <a:cubicBezTo>
                      <a:pt x="21" y="0"/>
                      <a:pt x="0" y="20"/>
                      <a:pt x="0" y="44"/>
                    </a:cubicBezTo>
                    <a:cubicBezTo>
                      <a:pt x="0" y="70"/>
                      <a:pt x="21" y="90"/>
                      <a:pt x="45" y="90"/>
                    </a:cubicBezTo>
                    <a:cubicBezTo>
                      <a:pt x="70" y="90"/>
                      <a:pt x="91" y="70"/>
                      <a:pt x="91" y="44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bevel/>
                <a:headEnd type="none" w="sm" len="sm"/>
                <a:tailEnd type="none" w="sm" len="sm"/>
              </a:ln>
            </p:spPr>
            <p:txBody>
              <a:bodyPr spcFirstLastPara="1" wrap="square" lIns="92875" tIns="0" rIns="9287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  <p:grpSp>
          <p:nvGrpSpPr>
            <p:cNvPr id="1482" name="Google Shape;1482;p45"/>
            <p:cNvGrpSpPr/>
            <p:nvPr/>
          </p:nvGrpSpPr>
          <p:grpSpPr>
            <a:xfrm>
              <a:off x="1403258" y="2092179"/>
              <a:ext cx="869000" cy="898161"/>
              <a:chOff x="7642440" y="3728520"/>
              <a:chExt cx="697320" cy="720720"/>
            </a:xfrm>
          </p:grpSpPr>
          <p:sp>
            <p:nvSpPr>
              <p:cNvPr id="1483" name="Google Shape;1483;p45"/>
              <p:cNvSpPr/>
              <p:nvPr/>
            </p:nvSpPr>
            <p:spPr>
              <a:xfrm>
                <a:off x="7642440" y="3728520"/>
                <a:ext cx="697320" cy="720720"/>
              </a:xfrm>
              <a:custGeom>
                <a:avLst/>
                <a:gdLst/>
                <a:ahLst/>
                <a:cxnLst/>
                <a:rect l="l" t="t" r="r" b="b"/>
                <a:pathLst>
                  <a:path w="1937" h="2002" extrusionOk="0">
                    <a:moveTo>
                      <a:pt x="1937" y="2002"/>
                    </a:moveTo>
                    <a:lnTo>
                      <a:pt x="0" y="2002"/>
                    </a:lnTo>
                    <a:lnTo>
                      <a:pt x="0" y="0"/>
                    </a:lnTo>
                    <a:lnTo>
                      <a:pt x="1937" y="0"/>
                    </a:lnTo>
                    <a:lnTo>
                      <a:pt x="1937" y="2002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bevel/>
                <a:headEnd type="none" w="sm" len="sm"/>
                <a:tailEnd type="none" w="sm" len="sm"/>
              </a:ln>
            </p:spPr>
            <p:txBody>
              <a:bodyPr spcFirstLastPara="1" wrap="square" lIns="92875" tIns="47875" rIns="92875" bIns="478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1484" name="Google Shape;1484;p45"/>
              <p:cNvSpPr/>
              <p:nvPr/>
            </p:nvSpPr>
            <p:spPr>
              <a:xfrm>
                <a:off x="7642440" y="3861360"/>
                <a:ext cx="69732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937" h="120000" extrusionOk="0">
                    <a:moveTo>
                      <a:pt x="0" y="0"/>
                    </a:moveTo>
                    <a:lnTo>
                      <a:pt x="1937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bevel/>
                <a:headEnd type="none" w="sm" len="sm"/>
                <a:tailEnd type="none" w="sm" len="sm"/>
              </a:ln>
            </p:spPr>
            <p:txBody>
              <a:bodyPr spcFirstLastPara="1" wrap="square" lIns="92875" tIns="0" rIns="9287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1485" name="Google Shape;1485;p45"/>
              <p:cNvSpPr/>
              <p:nvPr/>
            </p:nvSpPr>
            <p:spPr>
              <a:xfrm>
                <a:off x="7686720" y="3771000"/>
                <a:ext cx="38880" cy="39600"/>
              </a:xfrm>
              <a:custGeom>
                <a:avLst/>
                <a:gdLst/>
                <a:ahLst/>
                <a:cxnLst/>
                <a:rect l="l" t="t" r="r" b="b"/>
                <a:pathLst>
                  <a:path w="108" h="110" extrusionOk="0">
                    <a:moveTo>
                      <a:pt x="108" y="55"/>
                    </a:moveTo>
                    <a:cubicBezTo>
                      <a:pt x="108" y="25"/>
                      <a:pt x="84" y="0"/>
                      <a:pt x="54" y="0"/>
                    </a:cubicBezTo>
                    <a:cubicBezTo>
                      <a:pt x="24" y="0"/>
                      <a:pt x="0" y="25"/>
                      <a:pt x="0" y="55"/>
                    </a:cubicBezTo>
                    <a:cubicBezTo>
                      <a:pt x="0" y="85"/>
                      <a:pt x="24" y="110"/>
                      <a:pt x="54" y="110"/>
                    </a:cubicBezTo>
                    <a:cubicBezTo>
                      <a:pt x="84" y="110"/>
                      <a:pt x="108" y="85"/>
                      <a:pt x="108" y="55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bevel/>
                <a:headEnd type="none" w="sm" len="sm"/>
                <a:tailEnd type="none" w="sm" len="sm"/>
              </a:ln>
            </p:spPr>
            <p:txBody>
              <a:bodyPr spcFirstLastPara="1" wrap="square" lIns="92875" tIns="0" rIns="9287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1486" name="Google Shape;1486;p45"/>
              <p:cNvSpPr/>
              <p:nvPr/>
            </p:nvSpPr>
            <p:spPr>
              <a:xfrm>
                <a:off x="7779240" y="3771000"/>
                <a:ext cx="38880" cy="39600"/>
              </a:xfrm>
              <a:custGeom>
                <a:avLst/>
                <a:gdLst/>
                <a:ahLst/>
                <a:cxnLst/>
                <a:rect l="l" t="t" r="r" b="b"/>
                <a:pathLst>
                  <a:path w="108" h="110" extrusionOk="0">
                    <a:moveTo>
                      <a:pt x="108" y="55"/>
                    </a:moveTo>
                    <a:cubicBezTo>
                      <a:pt x="108" y="25"/>
                      <a:pt x="84" y="0"/>
                      <a:pt x="54" y="0"/>
                    </a:cubicBezTo>
                    <a:cubicBezTo>
                      <a:pt x="24" y="0"/>
                      <a:pt x="0" y="25"/>
                      <a:pt x="0" y="55"/>
                    </a:cubicBezTo>
                    <a:cubicBezTo>
                      <a:pt x="0" y="85"/>
                      <a:pt x="24" y="110"/>
                      <a:pt x="54" y="110"/>
                    </a:cubicBezTo>
                    <a:cubicBezTo>
                      <a:pt x="84" y="110"/>
                      <a:pt x="108" y="85"/>
                      <a:pt x="108" y="55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bevel/>
                <a:headEnd type="none" w="sm" len="sm"/>
                <a:tailEnd type="none" w="sm" len="sm"/>
              </a:ln>
            </p:spPr>
            <p:txBody>
              <a:bodyPr spcFirstLastPara="1" wrap="square" lIns="92875" tIns="0" rIns="9287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1487" name="Google Shape;1487;p45"/>
              <p:cNvSpPr/>
              <p:nvPr/>
            </p:nvSpPr>
            <p:spPr>
              <a:xfrm>
                <a:off x="7871400" y="3771000"/>
                <a:ext cx="39240" cy="39600"/>
              </a:xfrm>
              <a:custGeom>
                <a:avLst/>
                <a:gdLst/>
                <a:ahLst/>
                <a:cxnLst/>
                <a:rect l="l" t="t" r="r" b="b"/>
                <a:pathLst>
                  <a:path w="109" h="110" extrusionOk="0">
                    <a:moveTo>
                      <a:pt x="109" y="55"/>
                    </a:moveTo>
                    <a:cubicBezTo>
                      <a:pt x="109" y="25"/>
                      <a:pt x="85" y="0"/>
                      <a:pt x="55" y="0"/>
                    </a:cubicBezTo>
                    <a:cubicBezTo>
                      <a:pt x="25" y="0"/>
                      <a:pt x="0" y="25"/>
                      <a:pt x="0" y="55"/>
                    </a:cubicBezTo>
                    <a:cubicBezTo>
                      <a:pt x="0" y="85"/>
                      <a:pt x="25" y="110"/>
                      <a:pt x="55" y="110"/>
                    </a:cubicBezTo>
                    <a:cubicBezTo>
                      <a:pt x="85" y="110"/>
                      <a:pt x="109" y="85"/>
                      <a:pt x="109" y="55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bevel/>
                <a:headEnd type="none" w="sm" len="sm"/>
                <a:tailEnd type="none" w="sm" len="sm"/>
              </a:ln>
            </p:spPr>
            <p:txBody>
              <a:bodyPr spcFirstLastPara="1" wrap="square" lIns="92875" tIns="0" rIns="92875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</p:grpSp>
      <p:grpSp>
        <p:nvGrpSpPr>
          <p:cNvPr id="1488" name="Google Shape;1488;p45"/>
          <p:cNvGrpSpPr/>
          <p:nvPr/>
        </p:nvGrpSpPr>
        <p:grpSpPr>
          <a:xfrm>
            <a:off x="364440" y="4025909"/>
            <a:ext cx="697305" cy="339212"/>
            <a:chOff x="8446680" y="3420360"/>
            <a:chExt cx="490680" cy="238680"/>
          </a:xfrm>
        </p:grpSpPr>
        <p:sp>
          <p:nvSpPr>
            <p:cNvPr id="1489" name="Google Shape;1489;p45"/>
            <p:cNvSpPr/>
            <p:nvPr/>
          </p:nvSpPr>
          <p:spPr>
            <a:xfrm>
              <a:off x="8922600" y="3420360"/>
              <a:ext cx="14760" cy="14760"/>
            </a:xfrm>
            <a:custGeom>
              <a:avLst/>
              <a:gdLst/>
              <a:ahLst/>
              <a:cxnLst/>
              <a:rect l="l" t="t" r="r" b="b"/>
              <a:pathLst>
                <a:path w="41" h="41" extrusionOk="0">
                  <a:moveTo>
                    <a:pt x="0" y="21"/>
                  </a:moveTo>
                  <a:cubicBezTo>
                    <a:pt x="0" y="10"/>
                    <a:pt x="9" y="0"/>
                    <a:pt x="20" y="0"/>
                  </a:cubicBezTo>
                  <a:cubicBezTo>
                    <a:pt x="32" y="0"/>
                    <a:pt x="41" y="10"/>
                    <a:pt x="41" y="21"/>
                  </a:cubicBezTo>
                  <a:cubicBezTo>
                    <a:pt x="41" y="32"/>
                    <a:pt x="32" y="41"/>
                    <a:pt x="20" y="41"/>
                  </a:cubicBezTo>
                  <a:cubicBezTo>
                    <a:pt x="9" y="41"/>
                    <a:pt x="0" y="32"/>
                    <a:pt x="0" y="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90" name="Google Shape;1490;p45"/>
            <p:cNvSpPr/>
            <p:nvPr/>
          </p:nvSpPr>
          <p:spPr>
            <a:xfrm>
              <a:off x="8827560" y="3420360"/>
              <a:ext cx="14760" cy="14760"/>
            </a:xfrm>
            <a:custGeom>
              <a:avLst/>
              <a:gdLst/>
              <a:ahLst/>
              <a:cxnLst/>
              <a:rect l="l" t="t" r="r" b="b"/>
              <a:pathLst>
                <a:path w="41" h="41" extrusionOk="0">
                  <a:moveTo>
                    <a:pt x="0" y="21"/>
                  </a:moveTo>
                  <a:cubicBezTo>
                    <a:pt x="0" y="10"/>
                    <a:pt x="9" y="0"/>
                    <a:pt x="20" y="0"/>
                  </a:cubicBezTo>
                  <a:cubicBezTo>
                    <a:pt x="31" y="0"/>
                    <a:pt x="41" y="10"/>
                    <a:pt x="41" y="21"/>
                  </a:cubicBezTo>
                  <a:cubicBezTo>
                    <a:pt x="41" y="32"/>
                    <a:pt x="31" y="41"/>
                    <a:pt x="20" y="41"/>
                  </a:cubicBezTo>
                  <a:cubicBezTo>
                    <a:pt x="9" y="41"/>
                    <a:pt x="0" y="32"/>
                    <a:pt x="0" y="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91" name="Google Shape;1491;p45"/>
            <p:cNvSpPr/>
            <p:nvPr/>
          </p:nvSpPr>
          <p:spPr>
            <a:xfrm>
              <a:off x="8732160" y="3420360"/>
              <a:ext cx="14760" cy="14760"/>
            </a:xfrm>
            <a:custGeom>
              <a:avLst/>
              <a:gdLst/>
              <a:ahLst/>
              <a:cxnLst/>
              <a:rect l="l" t="t" r="r" b="b"/>
              <a:pathLst>
                <a:path w="41" h="41" extrusionOk="0">
                  <a:moveTo>
                    <a:pt x="0" y="21"/>
                  </a:moveTo>
                  <a:cubicBezTo>
                    <a:pt x="0" y="10"/>
                    <a:pt x="9" y="0"/>
                    <a:pt x="21" y="0"/>
                  </a:cubicBezTo>
                  <a:cubicBezTo>
                    <a:pt x="32" y="0"/>
                    <a:pt x="41" y="10"/>
                    <a:pt x="41" y="21"/>
                  </a:cubicBezTo>
                  <a:cubicBezTo>
                    <a:pt x="41" y="32"/>
                    <a:pt x="32" y="41"/>
                    <a:pt x="21" y="41"/>
                  </a:cubicBezTo>
                  <a:cubicBezTo>
                    <a:pt x="9" y="41"/>
                    <a:pt x="0" y="32"/>
                    <a:pt x="0" y="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92" name="Google Shape;1492;p45"/>
            <p:cNvSpPr/>
            <p:nvPr/>
          </p:nvSpPr>
          <p:spPr>
            <a:xfrm>
              <a:off x="8637120" y="3420360"/>
              <a:ext cx="14400" cy="14760"/>
            </a:xfrm>
            <a:custGeom>
              <a:avLst/>
              <a:gdLst/>
              <a:ahLst/>
              <a:cxnLst/>
              <a:rect l="l" t="t" r="r" b="b"/>
              <a:pathLst>
                <a:path w="40" h="41" extrusionOk="0">
                  <a:moveTo>
                    <a:pt x="0" y="21"/>
                  </a:moveTo>
                  <a:cubicBezTo>
                    <a:pt x="0" y="10"/>
                    <a:pt x="9" y="0"/>
                    <a:pt x="20" y="0"/>
                  </a:cubicBezTo>
                  <a:cubicBezTo>
                    <a:pt x="31" y="0"/>
                    <a:pt x="40" y="10"/>
                    <a:pt x="40" y="21"/>
                  </a:cubicBezTo>
                  <a:cubicBezTo>
                    <a:pt x="40" y="32"/>
                    <a:pt x="31" y="41"/>
                    <a:pt x="20" y="41"/>
                  </a:cubicBezTo>
                  <a:cubicBezTo>
                    <a:pt x="9" y="41"/>
                    <a:pt x="0" y="32"/>
                    <a:pt x="0" y="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93" name="Google Shape;1493;p45"/>
            <p:cNvSpPr/>
            <p:nvPr/>
          </p:nvSpPr>
          <p:spPr>
            <a:xfrm>
              <a:off x="8541720" y="3420360"/>
              <a:ext cx="14760" cy="14760"/>
            </a:xfrm>
            <a:custGeom>
              <a:avLst/>
              <a:gdLst/>
              <a:ahLst/>
              <a:cxnLst/>
              <a:rect l="l" t="t" r="r" b="b"/>
              <a:pathLst>
                <a:path w="41" h="41" extrusionOk="0">
                  <a:moveTo>
                    <a:pt x="0" y="21"/>
                  </a:moveTo>
                  <a:cubicBezTo>
                    <a:pt x="0" y="10"/>
                    <a:pt x="9" y="0"/>
                    <a:pt x="20" y="0"/>
                  </a:cubicBezTo>
                  <a:cubicBezTo>
                    <a:pt x="32" y="0"/>
                    <a:pt x="41" y="10"/>
                    <a:pt x="41" y="21"/>
                  </a:cubicBezTo>
                  <a:cubicBezTo>
                    <a:pt x="41" y="32"/>
                    <a:pt x="32" y="41"/>
                    <a:pt x="20" y="41"/>
                  </a:cubicBezTo>
                  <a:cubicBezTo>
                    <a:pt x="9" y="41"/>
                    <a:pt x="0" y="32"/>
                    <a:pt x="0" y="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94" name="Google Shape;1494;p45"/>
            <p:cNvSpPr/>
            <p:nvPr/>
          </p:nvSpPr>
          <p:spPr>
            <a:xfrm>
              <a:off x="8446680" y="3420360"/>
              <a:ext cx="14760" cy="14760"/>
            </a:xfrm>
            <a:custGeom>
              <a:avLst/>
              <a:gdLst/>
              <a:ahLst/>
              <a:cxnLst/>
              <a:rect l="l" t="t" r="r" b="b"/>
              <a:pathLst>
                <a:path w="41" h="41" extrusionOk="0">
                  <a:moveTo>
                    <a:pt x="0" y="21"/>
                  </a:moveTo>
                  <a:cubicBezTo>
                    <a:pt x="0" y="10"/>
                    <a:pt x="9" y="0"/>
                    <a:pt x="20" y="0"/>
                  </a:cubicBezTo>
                  <a:cubicBezTo>
                    <a:pt x="31" y="0"/>
                    <a:pt x="41" y="10"/>
                    <a:pt x="41" y="21"/>
                  </a:cubicBezTo>
                  <a:cubicBezTo>
                    <a:pt x="41" y="32"/>
                    <a:pt x="31" y="41"/>
                    <a:pt x="20" y="41"/>
                  </a:cubicBezTo>
                  <a:cubicBezTo>
                    <a:pt x="9" y="41"/>
                    <a:pt x="0" y="32"/>
                    <a:pt x="0" y="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95" name="Google Shape;1495;p45"/>
            <p:cNvSpPr/>
            <p:nvPr/>
          </p:nvSpPr>
          <p:spPr>
            <a:xfrm>
              <a:off x="8922600" y="3495240"/>
              <a:ext cx="14760" cy="14400"/>
            </a:xfrm>
            <a:custGeom>
              <a:avLst/>
              <a:gdLst/>
              <a:ahLst/>
              <a:cxnLst/>
              <a:rect l="l" t="t" r="r" b="b"/>
              <a:pathLst>
                <a:path w="41" h="40" extrusionOk="0">
                  <a:moveTo>
                    <a:pt x="0" y="20"/>
                  </a:move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1" y="9"/>
                    <a:pt x="41" y="20"/>
                  </a:cubicBezTo>
                  <a:cubicBezTo>
                    <a:pt x="41" y="31"/>
                    <a:pt x="32" y="40"/>
                    <a:pt x="20" y="40"/>
                  </a:cubicBezTo>
                  <a:cubicBezTo>
                    <a:pt x="9" y="40"/>
                    <a:pt x="0" y="31"/>
                    <a:pt x="0" y="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96" name="Google Shape;1496;p45"/>
            <p:cNvSpPr/>
            <p:nvPr/>
          </p:nvSpPr>
          <p:spPr>
            <a:xfrm>
              <a:off x="8827560" y="3495240"/>
              <a:ext cx="14760" cy="14400"/>
            </a:xfrm>
            <a:custGeom>
              <a:avLst/>
              <a:gdLst/>
              <a:ahLst/>
              <a:cxnLst/>
              <a:rect l="l" t="t" r="r" b="b"/>
              <a:pathLst>
                <a:path w="41" h="40" extrusionOk="0">
                  <a:moveTo>
                    <a:pt x="0" y="20"/>
                  </a:move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1" y="9"/>
                    <a:pt x="41" y="20"/>
                  </a:cubicBezTo>
                  <a:cubicBezTo>
                    <a:pt x="41" y="31"/>
                    <a:pt x="31" y="40"/>
                    <a:pt x="20" y="40"/>
                  </a:cubicBezTo>
                  <a:cubicBezTo>
                    <a:pt x="9" y="40"/>
                    <a:pt x="0" y="31"/>
                    <a:pt x="0" y="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97" name="Google Shape;1497;p45"/>
            <p:cNvSpPr/>
            <p:nvPr/>
          </p:nvSpPr>
          <p:spPr>
            <a:xfrm>
              <a:off x="8732160" y="3495240"/>
              <a:ext cx="14760" cy="14400"/>
            </a:xfrm>
            <a:custGeom>
              <a:avLst/>
              <a:gdLst/>
              <a:ahLst/>
              <a:cxnLst/>
              <a:rect l="l" t="t" r="r" b="b"/>
              <a:pathLst>
                <a:path w="41" h="40" extrusionOk="0">
                  <a:moveTo>
                    <a:pt x="0" y="20"/>
                  </a:moveTo>
                  <a:cubicBezTo>
                    <a:pt x="0" y="9"/>
                    <a:pt x="9" y="0"/>
                    <a:pt x="21" y="0"/>
                  </a:cubicBezTo>
                  <a:cubicBezTo>
                    <a:pt x="32" y="0"/>
                    <a:pt x="41" y="9"/>
                    <a:pt x="41" y="20"/>
                  </a:cubicBezTo>
                  <a:cubicBezTo>
                    <a:pt x="41" y="31"/>
                    <a:pt x="32" y="40"/>
                    <a:pt x="21" y="40"/>
                  </a:cubicBezTo>
                  <a:cubicBezTo>
                    <a:pt x="9" y="40"/>
                    <a:pt x="0" y="31"/>
                    <a:pt x="0" y="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98" name="Google Shape;1498;p45"/>
            <p:cNvSpPr/>
            <p:nvPr/>
          </p:nvSpPr>
          <p:spPr>
            <a:xfrm>
              <a:off x="8637120" y="3495240"/>
              <a:ext cx="14400" cy="14400"/>
            </a:xfrm>
            <a:custGeom>
              <a:avLst/>
              <a:gdLst/>
              <a:ahLst/>
              <a:cxnLst/>
              <a:rect l="l" t="t" r="r" b="b"/>
              <a:pathLst>
                <a:path w="40" h="40" extrusionOk="0">
                  <a:moveTo>
                    <a:pt x="0" y="20"/>
                  </a:move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ubicBezTo>
                    <a:pt x="9" y="40"/>
                    <a:pt x="0" y="31"/>
                    <a:pt x="0" y="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99" name="Google Shape;1499;p45"/>
            <p:cNvSpPr/>
            <p:nvPr/>
          </p:nvSpPr>
          <p:spPr>
            <a:xfrm>
              <a:off x="8541720" y="3495240"/>
              <a:ext cx="14760" cy="14400"/>
            </a:xfrm>
            <a:custGeom>
              <a:avLst/>
              <a:gdLst/>
              <a:ahLst/>
              <a:cxnLst/>
              <a:rect l="l" t="t" r="r" b="b"/>
              <a:pathLst>
                <a:path w="41" h="40" extrusionOk="0">
                  <a:moveTo>
                    <a:pt x="0" y="20"/>
                  </a:move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1" y="9"/>
                    <a:pt x="41" y="20"/>
                  </a:cubicBezTo>
                  <a:cubicBezTo>
                    <a:pt x="41" y="31"/>
                    <a:pt x="32" y="40"/>
                    <a:pt x="20" y="40"/>
                  </a:cubicBezTo>
                  <a:cubicBezTo>
                    <a:pt x="9" y="40"/>
                    <a:pt x="0" y="31"/>
                    <a:pt x="0" y="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00" name="Google Shape;1500;p45"/>
            <p:cNvSpPr/>
            <p:nvPr/>
          </p:nvSpPr>
          <p:spPr>
            <a:xfrm>
              <a:off x="8446680" y="3495240"/>
              <a:ext cx="14760" cy="14400"/>
            </a:xfrm>
            <a:custGeom>
              <a:avLst/>
              <a:gdLst/>
              <a:ahLst/>
              <a:cxnLst/>
              <a:rect l="l" t="t" r="r" b="b"/>
              <a:pathLst>
                <a:path w="41" h="40" extrusionOk="0">
                  <a:moveTo>
                    <a:pt x="0" y="20"/>
                  </a:move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1" y="9"/>
                    <a:pt x="41" y="20"/>
                  </a:cubicBezTo>
                  <a:cubicBezTo>
                    <a:pt x="41" y="31"/>
                    <a:pt x="31" y="40"/>
                    <a:pt x="20" y="40"/>
                  </a:cubicBezTo>
                  <a:cubicBezTo>
                    <a:pt x="9" y="40"/>
                    <a:pt x="0" y="31"/>
                    <a:pt x="0" y="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01" name="Google Shape;1501;p45"/>
            <p:cNvSpPr/>
            <p:nvPr/>
          </p:nvSpPr>
          <p:spPr>
            <a:xfrm>
              <a:off x="8922600" y="3569760"/>
              <a:ext cx="14760" cy="14760"/>
            </a:xfrm>
            <a:custGeom>
              <a:avLst/>
              <a:gdLst/>
              <a:ahLst/>
              <a:cxnLst/>
              <a:rect l="l" t="t" r="r" b="b"/>
              <a:pathLst>
                <a:path w="41" h="41" extrusionOk="0">
                  <a:moveTo>
                    <a:pt x="0" y="20"/>
                  </a:move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1" y="9"/>
                    <a:pt x="41" y="20"/>
                  </a:cubicBezTo>
                  <a:cubicBezTo>
                    <a:pt x="41" y="32"/>
                    <a:pt x="32" y="41"/>
                    <a:pt x="20" y="41"/>
                  </a:cubicBezTo>
                  <a:cubicBezTo>
                    <a:pt x="9" y="41"/>
                    <a:pt x="0" y="32"/>
                    <a:pt x="0" y="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02" name="Google Shape;1502;p45"/>
            <p:cNvSpPr/>
            <p:nvPr/>
          </p:nvSpPr>
          <p:spPr>
            <a:xfrm>
              <a:off x="8827560" y="3569760"/>
              <a:ext cx="14760" cy="14760"/>
            </a:xfrm>
            <a:custGeom>
              <a:avLst/>
              <a:gdLst/>
              <a:ahLst/>
              <a:cxnLst/>
              <a:rect l="l" t="t" r="r" b="b"/>
              <a:pathLst>
                <a:path w="41" h="41" extrusionOk="0">
                  <a:moveTo>
                    <a:pt x="0" y="20"/>
                  </a:move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1" y="9"/>
                    <a:pt x="41" y="20"/>
                  </a:cubicBezTo>
                  <a:cubicBezTo>
                    <a:pt x="41" y="32"/>
                    <a:pt x="31" y="41"/>
                    <a:pt x="20" y="41"/>
                  </a:cubicBezTo>
                  <a:cubicBezTo>
                    <a:pt x="9" y="41"/>
                    <a:pt x="0" y="32"/>
                    <a:pt x="0" y="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03" name="Google Shape;1503;p45"/>
            <p:cNvSpPr/>
            <p:nvPr/>
          </p:nvSpPr>
          <p:spPr>
            <a:xfrm>
              <a:off x="8732160" y="3569760"/>
              <a:ext cx="14760" cy="14760"/>
            </a:xfrm>
            <a:custGeom>
              <a:avLst/>
              <a:gdLst/>
              <a:ahLst/>
              <a:cxnLst/>
              <a:rect l="l" t="t" r="r" b="b"/>
              <a:pathLst>
                <a:path w="41" h="41" extrusionOk="0">
                  <a:moveTo>
                    <a:pt x="0" y="20"/>
                  </a:moveTo>
                  <a:cubicBezTo>
                    <a:pt x="0" y="9"/>
                    <a:pt x="9" y="0"/>
                    <a:pt x="21" y="0"/>
                  </a:cubicBezTo>
                  <a:cubicBezTo>
                    <a:pt x="32" y="0"/>
                    <a:pt x="41" y="9"/>
                    <a:pt x="41" y="20"/>
                  </a:cubicBezTo>
                  <a:cubicBezTo>
                    <a:pt x="41" y="32"/>
                    <a:pt x="32" y="41"/>
                    <a:pt x="21" y="41"/>
                  </a:cubicBezTo>
                  <a:cubicBezTo>
                    <a:pt x="9" y="41"/>
                    <a:pt x="0" y="32"/>
                    <a:pt x="0" y="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04" name="Google Shape;1504;p45"/>
            <p:cNvSpPr/>
            <p:nvPr/>
          </p:nvSpPr>
          <p:spPr>
            <a:xfrm>
              <a:off x="8637120" y="3569760"/>
              <a:ext cx="14400" cy="14760"/>
            </a:xfrm>
            <a:custGeom>
              <a:avLst/>
              <a:gdLst/>
              <a:ahLst/>
              <a:cxnLst/>
              <a:rect l="l" t="t" r="r" b="b"/>
              <a:pathLst>
                <a:path w="40" h="41" extrusionOk="0">
                  <a:moveTo>
                    <a:pt x="0" y="20"/>
                  </a:move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2"/>
                    <a:pt x="31" y="41"/>
                    <a:pt x="20" y="41"/>
                  </a:cubicBezTo>
                  <a:cubicBezTo>
                    <a:pt x="9" y="41"/>
                    <a:pt x="0" y="32"/>
                    <a:pt x="0" y="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05" name="Google Shape;1505;p45"/>
            <p:cNvSpPr/>
            <p:nvPr/>
          </p:nvSpPr>
          <p:spPr>
            <a:xfrm>
              <a:off x="8541720" y="3569760"/>
              <a:ext cx="14760" cy="14760"/>
            </a:xfrm>
            <a:custGeom>
              <a:avLst/>
              <a:gdLst/>
              <a:ahLst/>
              <a:cxnLst/>
              <a:rect l="l" t="t" r="r" b="b"/>
              <a:pathLst>
                <a:path w="41" h="41" extrusionOk="0">
                  <a:moveTo>
                    <a:pt x="0" y="20"/>
                  </a:move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1" y="9"/>
                    <a:pt x="41" y="20"/>
                  </a:cubicBezTo>
                  <a:cubicBezTo>
                    <a:pt x="41" y="32"/>
                    <a:pt x="32" y="41"/>
                    <a:pt x="20" y="41"/>
                  </a:cubicBezTo>
                  <a:cubicBezTo>
                    <a:pt x="9" y="41"/>
                    <a:pt x="0" y="32"/>
                    <a:pt x="0" y="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06" name="Google Shape;1506;p45"/>
            <p:cNvSpPr/>
            <p:nvPr/>
          </p:nvSpPr>
          <p:spPr>
            <a:xfrm>
              <a:off x="8446680" y="3569760"/>
              <a:ext cx="14760" cy="14760"/>
            </a:xfrm>
            <a:custGeom>
              <a:avLst/>
              <a:gdLst/>
              <a:ahLst/>
              <a:cxnLst/>
              <a:rect l="l" t="t" r="r" b="b"/>
              <a:pathLst>
                <a:path w="41" h="41" extrusionOk="0">
                  <a:moveTo>
                    <a:pt x="0" y="20"/>
                  </a:move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1" y="9"/>
                    <a:pt x="41" y="20"/>
                  </a:cubicBezTo>
                  <a:cubicBezTo>
                    <a:pt x="41" y="32"/>
                    <a:pt x="31" y="41"/>
                    <a:pt x="20" y="41"/>
                  </a:cubicBezTo>
                  <a:cubicBezTo>
                    <a:pt x="9" y="41"/>
                    <a:pt x="0" y="32"/>
                    <a:pt x="0" y="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07" name="Google Shape;1507;p45"/>
            <p:cNvSpPr/>
            <p:nvPr/>
          </p:nvSpPr>
          <p:spPr>
            <a:xfrm>
              <a:off x="8922600" y="3644640"/>
              <a:ext cx="14760" cy="14400"/>
            </a:xfrm>
            <a:custGeom>
              <a:avLst/>
              <a:gdLst/>
              <a:ahLst/>
              <a:cxnLst/>
              <a:rect l="l" t="t" r="r" b="b"/>
              <a:pathLst>
                <a:path w="41" h="40" extrusionOk="0">
                  <a:moveTo>
                    <a:pt x="0" y="20"/>
                  </a:move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1" y="9"/>
                    <a:pt x="41" y="20"/>
                  </a:cubicBezTo>
                  <a:cubicBezTo>
                    <a:pt x="41" y="31"/>
                    <a:pt x="32" y="40"/>
                    <a:pt x="20" y="40"/>
                  </a:cubicBezTo>
                  <a:cubicBezTo>
                    <a:pt x="9" y="40"/>
                    <a:pt x="0" y="31"/>
                    <a:pt x="0" y="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08" name="Google Shape;1508;p45"/>
            <p:cNvSpPr/>
            <p:nvPr/>
          </p:nvSpPr>
          <p:spPr>
            <a:xfrm>
              <a:off x="8827560" y="3644640"/>
              <a:ext cx="14760" cy="14400"/>
            </a:xfrm>
            <a:custGeom>
              <a:avLst/>
              <a:gdLst/>
              <a:ahLst/>
              <a:cxnLst/>
              <a:rect l="l" t="t" r="r" b="b"/>
              <a:pathLst>
                <a:path w="41" h="40" extrusionOk="0">
                  <a:moveTo>
                    <a:pt x="0" y="20"/>
                  </a:move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1" y="9"/>
                    <a:pt x="41" y="20"/>
                  </a:cubicBezTo>
                  <a:cubicBezTo>
                    <a:pt x="41" y="31"/>
                    <a:pt x="31" y="40"/>
                    <a:pt x="20" y="40"/>
                  </a:cubicBezTo>
                  <a:cubicBezTo>
                    <a:pt x="9" y="40"/>
                    <a:pt x="0" y="31"/>
                    <a:pt x="0" y="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09" name="Google Shape;1509;p45"/>
            <p:cNvSpPr/>
            <p:nvPr/>
          </p:nvSpPr>
          <p:spPr>
            <a:xfrm>
              <a:off x="8732160" y="3644640"/>
              <a:ext cx="14760" cy="14400"/>
            </a:xfrm>
            <a:custGeom>
              <a:avLst/>
              <a:gdLst/>
              <a:ahLst/>
              <a:cxnLst/>
              <a:rect l="l" t="t" r="r" b="b"/>
              <a:pathLst>
                <a:path w="41" h="40" extrusionOk="0">
                  <a:moveTo>
                    <a:pt x="0" y="20"/>
                  </a:moveTo>
                  <a:cubicBezTo>
                    <a:pt x="0" y="9"/>
                    <a:pt x="9" y="0"/>
                    <a:pt x="21" y="0"/>
                  </a:cubicBezTo>
                  <a:cubicBezTo>
                    <a:pt x="32" y="0"/>
                    <a:pt x="41" y="9"/>
                    <a:pt x="41" y="20"/>
                  </a:cubicBezTo>
                  <a:cubicBezTo>
                    <a:pt x="41" y="31"/>
                    <a:pt x="32" y="40"/>
                    <a:pt x="21" y="40"/>
                  </a:cubicBezTo>
                  <a:cubicBezTo>
                    <a:pt x="9" y="40"/>
                    <a:pt x="0" y="31"/>
                    <a:pt x="0" y="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10" name="Google Shape;1510;p45"/>
            <p:cNvSpPr/>
            <p:nvPr/>
          </p:nvSpPr>
          <p:spPr>
            <a:xfrm>
              <a:off x="8637120" y="3644640"/>
              <a:ext cx="14400" cy="14400"/>
            </a:xfrm>
            <a:custGeom>
              <a:avLst/>
              <a:gdLst/>
              <a:ahLst/>
              <a:cxnLst/>
              <a:rect l="l" t="t" r="r" b="b"/>
              <a:pathLst>
                <a:path w="40" h="40" extrusionOk="0">
                  <a:moveTo>
                    <a:pt x="0" y="20"/>
                  </a:move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ubicBezTo>
                    <a:pt x="9" y="40"/>
                    <a:pt x="0" y="31"/>
                    <a:pt x="0" y="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11" name="Google Shape;1511;p45"/>
            <p:cNvSpPr/>
            <p:nvPr/>
          </p:nvSpPr>
          <p:spPr>
            <a:xfrm>
              <a:off x="8541720" y="3644640"/>
              <a:ext cx="14760" cy="14400"/>
            </a:xfrm>
            <a:custGeom>
              <a:avLst/>
              <a:gdLst/>
              <a:ahLst/>
              <a:cxnLst/>
              <a:rect l="l" t="t" r="r" b="b"/>
              <a:pathLst>
                <a:path w="41" h="40" extrusionOk="0">
                  <a:moveTo>
                    <a:pt x="0" y="20"/>
                  </a:move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1" y="9"/>
                    <a:pt x="41" y="20"/>
                  </a:cubicBezTo>
                  <a:cubicBezTo>
                    <a:pt x="41" y="31"/>
                    <a:pt x="32" y="40"/>
                    <a:pt x="20" y="40"/>
                  </a:cubicBezTo>
                  <a:cubicBezTo>
                    <a:pt x="9" y="40"/>
                    <a:pt x="0" y="31"/>
                    <a:pt x="0" y="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12" name="Google Shape;1512;p45"/>
            <p:cNvSpPr/>
            <p:nvPr/>
          </p:nvSpPr>
          <p:spPr>
            <a:xfrm>
              <a:off x="8446680" y="3644640"/>
              <a:ext cx="14760" cy="14400"/>
            </a:xfrm>
            <a:custGeom>
              <a:avLst/>
              <a:gdLst/>
              <a:ahLst/>
              <a:cxnLst/>
              <a:rect l="l" t="t" r="r" b="b"/>
              <a:pathLst>
                <a:path w="41" h="40" extrusionOk="0">
                  <a:moveTo>
                    <a:pt x="0" y="20"/>
                  </a:move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1" y="9"/>
                    <a:pt x="41" y="20"/>
                  </a:cubicBezTo>
                  <a:cubicBezTo>
                    <a:pt x="41" y="31"/>
                    <a:pt x="31" y="40"/>
                    <a:pt x="20" y="40"/>
                  </a:cubicBezTo>
                  <a:cubicBezTo>
                    <a:pt x="9" y="40"/>
                    <a:pt x="0" y="31"/>
                    <a:pt x="0" y="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1513" name="Google Shape;1513;p45"/>
          <p:cNvGrpSpPr/>
          <p:nvPr/>
        </p:nvGrpSpPr>
        <p:grpSpPr>
          <a:xfrm>
            <a:off x="6701453" y="1723239"/>
            <a:ext cx="1748875" cy="2035873"/>
            <a:chOff x="6701453" y="1723239"/>
            <a:chExt cx="1748875" cy="2035873"/>
          </a:xfrm>
        </p:grpSpPr>
        <p:grpSp>
          <p:nvGrpSpPr>
            <p:cNvPr id="1514" name="Google Shape;1514;p45"/>
            <p:cNvGrpSpPr/>
            <p:nvPr/>
          </p:nvGrpSpPr>
          <p:grpSpPr>
            <a:xfrm>
              <a:off x="6701453" y="1738297"/>
              <a:ext cx="935510" cy="1066794"/>
              <a:chOff x="8521200" y="1225080"/>
              <a:chExt cx="754200" cy="860040"/>
            </a:xfrm>
          </p:grpSpPr>
          <p:sp>
            <p:nvSpPr>
              <p:cNvPr id="1515" name="Google Shape;1515;p45"/>
              <p:cNvSpPr/>
              <p:nvPr/>
            </p:nvSpPr>
            <p:spPr>
              <a:xfrm>
                <a:off x="8521200" y="1225080"/>
                <a:ext cx="188280" cy="214920"/>
              </a:xfrm>
              <a:custGeom>
                <a:avLst/>
                <a:gdLst/>
                <a:ahLst/>
                <a:cxnLst/>
                <a:rect l="l" t="t" r="r" b="b"/>
                <a:pathLst>
                  <a:path w="523" h="597" extrusionOk="0">
                    <a:moveTo>
                      <a:pt x="523" y="0"/>
                    </a:moveTo>
                    <a:lnTo>
                      <a:pt x="0" y="0"/>
                    </a:lnTo>
                    <a:lnTo>
                      <a:pt x="0" y="597"/>
                    </a:lnTo>
                    <a:lnTo>
                      <a:pt x="523" y="597"/>
                    </a:lnTo>
                    <a:lnTo>
                      <a:pt x="523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bevel/>
                <a:headEnd type="none" w="sm" len="sm"/>
                <a:tailEnd type="none" w="sm" len="sm"/>
              </a:ln>
            </p:spPr>
            <p:txBody>
              <a:bodyPr spcFirstLastPara="1" wrap="square" lIns="92875" tIns="47875" rIns="92875" bIns="478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1516" name="Google Shape;1516;p45"/>
              <p:cNvSpPr/>
              <p:nvPr/>
            </p:nvSpPr>
            <p:spPr>
              <a:xfrm>
                <a:off x="8709480" y="1225080"/>
                <a:ext cx="188640" cy="214920"/>
              </a:xfrm>
              <a:custGeom>
                <a:avLst/>
                <a:gdLst/>
                <a:ahLst/>
                <a:cxnLst/>
                <a:rect l="l" t="t" r="r" b="b"/>
                <a:pathLst>
                  <a:path w="524" h="597" extrusionOk="0">
                    <a:moveTo>
                      <a:pt x="524" y="0"/>
                    </a:moveTo>
                    <a:lnTo>
                      <a:pt x="0" y="0"/>
                    </a:lnTo>
                    <a:lnTo>
                      <a:pt x="0" y="597"/>
                    </a:lnTo>
                    <a:lnTo>
                      <a:pt x="524" y="597"/>
                    </a:lnTo>
                    <a:lnTo>
                      <a:pt x="524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bevel/>
                <a:headEnd type="none" w="sm" len="sm"/>
                <a:tailEnd type="none" w="sm" len="sm"/>
              </a:ln>
            </p:spPr>
            <p:txBody>
              <a:bodyPr spcFirstLastPara="1" wrap="square" lIns="92875" tIns="47875" rIns="92875" bIns="478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1517" name="Google Shape;1517;p45"/>
              <p:cNvSpPr/>
              <p:nvPr/>
            </p:nvSpPr>
            <p:spPr>
              <a:xfrm>
                <a:off x="8898120" y="1225080"/>
                <a:ext cx="188640" cy="214920"/>
              </a:xfrm>
              <a:custGeom>
                <a:avLst/>
                <a:gdLst/>
                <a:ahLst/>
                <a:cxnLst/>
                <a:rect l="l" t="t" r="r" b="b"/>
                <a:pathLst>
                  <a:path w="524" h="597" extrusionOk="0">
                    <a:moveTo>
                      <a:pt x="524" y="0"/>
                    </a:moveTo>
                    <a:lnTo>
                      <a:pt x="0" y="0"/>
                    </a:lnTo>
                    <a:lnTo>
                      <a:pt x="0" y="597"/>
                    </a:lnTo>
                    <a:lnTo>
                      <a:pt x="524" y="597"/>
                    </a:lnTo>
                    <a:lnTo>
                      <a:pt x="524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bevel/>
                <a:headEnd type="none" w="sm" len="sm"/>
                <a:tailEnd type="none" w="sm" len="sm"/>
              </a:ln>
            </p:spPr>
            <p:txBody>
              <a:bodyPr spcFirstLastPara="1" wrap="square" lIns="92875" tIns="47875" rIns="92875" bIns="478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1518" name="Google Shape;1518;p45"/>
              <p:cNvSpPr/>
              <p:nvPr/>
            </p:nvSpPr>
            <p:spPr>
              <a:xfrm>
                <a:off x="9086760" y="1225080"/>
                <a:ext cx="188640" cy="214920"/>
              </a:xfrm>
              <a:custGeom>
                <a:avLst/>
                <a:gdLst/>
                <a:ahLst/>
                <a:cxnLst/>
                <a:rect l="l" t="t" r="r" b="b"/>
                <a:pathLst>
                  <a:path w="524" h="597" extrusionOk="0">
                    <a:moveTo>
                      <a:pt x="524" y="0"/>
                    </a:moveTo>
                    <a:lnTo>
                      <a:pt x="0" y="0"/>
                    </a:lnTo>
                    <a:lnTo>
                      <a:pt x="0" y="597"/>
                    </a:lnTo>
                    <a:lnTo>
                      <a:pt x="524" y="597"/>
                    </a:lnTo>
                    <a:lnTo>
                      <a:pt x="524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bevel/>
                <a:headEnd type="none" w="sm" len="sm"/>
                <a:tailEnd type="none" w="sm" len="sm"/>
              </a:ln>
            </p:spPr>
            <p:txBody>
              <a:bodyPr spcFirstLastPara="1" wrap="square" lIns="92875" tIns="47875" rIns="92875" bIns="478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1519" name="Google Shape;1519;p45"/>
              <p:cNvSpPr/>
              <p:nvPr/>
            </p:nvSpPr>
            <p:spPr>
              <a:xfrm>
                <a:off x="8521200" y="1440000"/>
                <a:ext cx="188280" cy="214920"/>
              </a:xfrm>
              <a:custGeom>
                <a:avLst/>
                <a:gdLst/>
                <a:ahLst/>
                <a:cxnLst/>
                <a:rect l="l" t="t" r="r" b="b"/>
                <a:pathLst>
                  <a:path w="523" h="597" extrusionOk="0">
                    <a:moveTo>
                      <a:pt x="523" y="0"/>
                    </a:moveTo>
                    <a:lnTo>
                      <a:pt x="0" y="0"/>
                    </a:lnTo>
                    <a:lnTo>
                      <a:pt x="0" y="597"/>
                    </a:lnTo>
                    <a:lnTo>
                      <a:pt x="523" y="597"/>
                    </a:lnTo>
                    <a:lnTo>
                      <a:pt x="523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bevel/>
                <a:headEnd type="none" w="sm" len="sm"/>
                <a:tailEnd type="none" w="sm" len="sm"/>
              </a:ln>
            </p:spPr>
            <p:txBody>
              <a:bodyPr spcFirstLastPara="1" wrap="square" lIns="92875" tIns="47875" rIns="92875" bIns="478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1520" name="Google Shape;1520;p45"/>
              <p:cNvSpPr/>
              <p:nvPr/>
            </p:nvSpPr>
            <p:spPr>
              <a:xfrm>
                <a:off x="8709480" y="1440000"/>
                <a:ext cx="188640" cy="214920"/>
              </a:xfrm>
              <a:custGeom>
                <a:avLst/>
                <a:gdLst/>
                <a:ahLst/>
                <a:cxnLst/>
                <a:rect l="l" t="t" r="r" b="b"/>
                <a:pathLst>
                  <a:path w="524" h="597" extrusionOk="0">
                    <a:moveTo>
                      <a:pt x="524" y="0"/>
                    </a:moveTo>
                    <a:lnTo>
                      <a:pt x="0" y="0"/>
                    </a:lnTo>
                    <a:lnTo>
                      <a:pt x="0" y="597"/>
                    </a:lnTo>
                    <a:lnTo>
                      <a:pt x="524" y="597"/>
                    </a:lnTo>
                    <a:lnTo>
                      <a:pt x="524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bevel/>
                <a:headEnd type="none" w="sm" len="sm"/>
                <a:tailEnd type="none" w="sm" len="sm"/>
              </a:ln>
            </p:spPr>
            <p:txBody>
              <a:bodyPr spcFirstLastPara="1" wrap="square" lIns="92875" tIns="47875" rIns="92875" bIns="478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1521" name="Google Shape;1521;p45"/>
              <p:cNvSpPr/>
              <p:nvPr/>
            </p:nvSpPr>
            <p:spPr>
              <a:xfrm>
                <a:off x="8898120" y="1440000"/>
                <a:ext cx="188640" cy="214920"/>
              </a:xfrm>
              <a:custGeom>
                <a:avLst/>
                <a:gdLst/>
                <a:ahLst/>
                <a:cxnLst/>
                <a:rect l="l" t="t" r="r" b="b"/>
                <a:pathLst>
                  <a:path w="524" h="597" extrusionOk="0">
                    <a:moveTo>
                      <a:pt x="524" y="0"/>
                    </a:moveTo>
                    <a:lnTo>
                      <a:pt x="0" y="0"/>
                    </a:lnTo>
                    <a:lnTo>
                      <a:pt x="0" y="597"/>
                    </a:lnTo>
                    <a:lnTo>
                      <a:pt x="524" y="597"/>
                    </a:lnTo>
                    <a:lnTo>
                      <a:pt x="524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bevel/>
                <a:headEnd type="none" w="sm" len="sm"/>
                <a:tailEnd type="none" w="sm" len="sm"/>
              </a:ln>
            </p:spPr>
            <p:txBody>
              <a:bodyPr spcFirstLastPara="1" wrap="square" lIns="92875" tIns="47875" rIns="92875" bIns="478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1522" name="Google Shape;1522;p45"/>
              <p:cNvSpPr/>
              <p:nvPr/>
            </p:nvSpPr>
            <p:spPr>
              <a:xfrm>
                <a:off x="9086760" y="1440000"/>
                <a:ext cx="188640" cy="214920"/>
              </a:xfrm>
              <a:custGeom>
                <a:avLst/>
                <a:gdLst/>
                <a:ahLst/>
                <a:cxnLst/>
                <a:rect l="l" t="t" r="r" b="b"/>
                <a:pathLst>
                  <a:path w="524" h="597" extrusionOk="0">
                    <a:moveTo>
                      <a:pt x="524" y="0"/>
                    </a:moveTo>
                    <a:lnTo>
                      <a:pt x="0" y="0"/>
                    </a:lnTo>
                    <a:lnTo>
                      <a:pt x="0" y="597"/>
                    </a:lnTo>
                    <a:lnTo>
                      <a:pt x="524" y="597"/>
                    </a:lnTo>
                    <a:lnTo>
                      <a:pt x="524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bevel/>
                <a:headEnd type="none" w="sm" len="sm"/>
                <a:tailEnd type="none" w="sm" len="sm"/>
              </a:ln>
            </p:spPr>
            <p:txBody>
              <a:bodyPr spcFirstLastPara="1" wrap="square" lIns="92875" tIns="47875" rIns="92875" bIns="478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1523" name="Google Shape;1523;p45"/>
              <p:cNvSpPr/>
              <p:nvPr/>
            </p:nvSpPr>
            <p:spPr>
              <a:xfrm>
                <a:off x="8521200" y="1654920"/>
                <a:ext cx="188280" cy="215280"/>
              </a:xfrm>
              <a:custGeom>
                <a:avLst/>
                <a:gdLst/>
                <a:ahLst/>
                <a:cxnLst/>
                <a:rect l="l" t="t" r="r" b="b"/>
                <a:pathLst>
                  <a:path w="523" h="598" extrusionOk="0">
                    <a:moveTo>
                      <a:pt x="523" y="0"/>
                    </a:moveTo>
                    <a:lnTo>
                      <a:pt x="0" y="0"/>
                    </a:lnTo>
                    <a:lnTo>
                      <a:pt x="0" y="598"/>
                    </a:lnTo>
                    <a:lnTo>
                      <a:pt x="523" y="598"/>
                    </a:lnTo>
                    <a:lnTo>
                      <a:pt x="523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bevel/>
                <a:headEnd type="none" w="sm" len="sm"/>
                <a:tailEnd type="none" w="sm" len="sm"/>
              </a:ln>
            </p:spPr>
            <p:txBody>
              <a:bodyPr spcFirstLastPara="1" wrap="square" lIns="92875" tIns="47875" rIns="92875" bIns="478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1524" name="Google Shape;1524;p45"/>
              <p:cNvSpPr/>
              <p:nvPr/>
            </p:nvSpPr>
            <p:spPr>
              <a:xfrm>
                <a:off x="8709480" y="1654920"/>
                <a:ext cx="188640" cy="215280"/>
              </a:xfrm>
              <a:custGeom>
                <a:avLst/>
                <a:gdLst/>
                <a:ahLst/>
                <a:cxnLst/>
                <a:rect l="l" t="t" r="r" b="b"/>
                <a:pathLst>
                  <a:path w="524" h="598" extrusionOk="0">
                    <a:moveTo>
                      <a:pt x="524" y="0"/>
                    </a:moveTo>
                    <a:lnTo>
                      <a:pt x="0" y="0"/>
                    </a:lnTo>
                    <a:lnTo>
                      <a:pt x="0" y="598"/>
                    </a:lnTo>
                    <a:lnTo>
                      <a:pt x="524" y="598"/>
                    </a:lnTo>
                    <a:lnTo>
                      <a:pt x="524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bevel/>
                <a:headEnd type="none" w="sm" len="sm"/>
                <a:tailEnd type="none" w="sm" len="sm"/>
              </a:ln>
            </p:spPr>
            <p:txBody>
              <a:bodyPr spcFirstLastPara="1" wrap="square" lIns="92875" tIns="47875" rIns="92875" bIns="478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1525" name="Google Shape;1525;p45"/>
              <p:cNvSpPr/>
              <p:nvPr/>
            </p:nvSpPr>
            <p:spPr>
              <a:xfrm>
                <a:off x="8898120" y="1654920"/>
                <a:ext cx="188640" cy="215280"/>
              </a:xfrm>
              <a:custGeom>
                <a:avLst/>
                <a:gdLst/>
                <a:ahLst/>
                <a:cxnLst/>
                <a:rect l="l" t="t" r="r" b="b"/>
                <a:pathLst>
                  <a:path w="524" h="598" extrusionOk="0">
                    <a:moveTo>
                      <a:pt x="524" y="0"/>
                    </a:moveTo>
                    <a:lnTo>
                      <a:pt x="0" y="0"/>
                    </a:lnTo>
                    <a:lnTo>
                      <a:pt x="0" y="598"/>
                    </a:lnTo>
                    <a:lnTo>
                      <a:pt x="524" y="598"/>
                    </a:lnTo>
                    <a:lnTo>
                      <a:pt x="524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bevel/>
                <a:headEnd type="none" w="sm" len="sm"/>
                <a:tailEnd type="none" w="sm" len="sm"/>
              </a:ln>
            </p:spPr>
            <p:txBody>
              <a:bodyPr spcFirstLastPara="1" wrap="square" lIns="92875" tIns="47875" rIns="92875" bIns="478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1526" name="Google Shape;1526;p45"/>
              <p:cNvSpPr/>
              <p:nvPr/>
            </p:nvSpPr>
            <p:spPr>
              <a:xfrm>
                <a:off x="9086760" y="1654920"/>
                <a:ext cx="188640" cy="215280"/>
              </a:xfrm>
              <a:custGeom>
                <a:avLst/>
                <a:gdLst/>
                <a:ahLst/>
                <a:cxnLst/>
                <a:rect l="l" t="t" r="r" b="b"/>
                <a:pathLst>
                  <a:path w="524" h="598" extrusionOk="0">
                    <a:moveTo>
                      <a:pt x="524" y="0"/>
                    </a:moveTo>
                    <a:lnTo>
                      <a:pt x="0" y="0"/>
                    </a:lnTo>
                    <a:lnTo>
                      <a:pt x="0" y="598"/>
                    </a:lnTo>
                    <a:lnTo>
                      <a:pt x="524" y="598"/>
                    </a:lnTo>
                    <a:lnTo>
                      <a:pt x="524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bevel/>
                <a:headEnd type="none" w="sm" len="sm"/>
                <a:tailEnd type="none" w="sm" len="sm"/>
              </a:ln>
            </p:spPr>
            <p:txBody>
              <a:bodyPr spcFirstLastPara="1" wrap="square" lIns="92875" tIns="47875" rIns="92875" bIns="478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1527" name="Google Shape;1527;p45"/>
              <p:cNvSpPr/>
              <p:nvPr/>
            </p:nvSpPr>
            <p:spPr>
              <a:xfrm>
                <a:off x="8521200" y="1870200"/>
                <a:ext cx="188280" cy="214920"/>
              </a:xfrm>
              <a:custGeom>
                <a:avLst/>
                <a:gdLst/>
                <a:ahLst/>
                <a:cxnLst/>
                <a:rect l="l" t="t" r="r" b="b"/>
                <a:pathLst>
                  <a:path w="523" h="597" extrusionOk="0">
                    <a:moveTo>
                      <a:pt x="523" y="0"/>
                    </a:moveTo>
                    <a:lnTo>
                      <a:pt x="0" y="0"/>
                    </a:lnTo>
                    <a:lnTo>
                      <a:pt x="0" y="597"/>
                    </a:lnTo>
                    <a:lnTo>
                      <a:pt x="523" y="597"/>
                    </a:lnTo>
                    <a:lnTo>
                      <a:pt x="523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bevel/>
                <a:headEnd type="none" w="sm" len="sm"/>
                <a:tailEnd type="none" w="sm" len="sm"/>
              </a:ln>
            </p:spPr>
            <p:txBody>
              <a:bodyPr spcFirstLastPara="1" wrap="square" lIns="92875" tIns="47875" rIns="92875" bIns="478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1528" name="Google Shape;1528;p45"/>
              <p:cNvSpPr/>
              <p:nvPr/>
            </p:nvSpPr>
            <p:spPr>
              <a:xfrm>
                <a:off x="8709480" y="1870200"/>
                <a:ext cx="188640" cy="214920"/>
              </a:xfrm>
              <a:custGeom>
                <a:avLst/>
                <a:gdLst/>
                <a:ahLst/>
                <a:cxnLst/>
                <a:rect l="l" t="t" r="r" b="b"/>
                <a:pathLst>
                  <a:path w="524" h="597" extrusionOk="0">
                    <a:moveTo>
                      <a:pt x="524" y="0"/>
                    </a:moveTo>
                    <a:lnTo>
                      <a:pt x="0" y="0"/>
                    </a:lnTo>
                    <a:lnTo>
                      <a:pt x="0" y="597"/>
                    </a:lnTo>
                    <a:lnTo>
                      <a:pt x="524" y="597"/>
                    </a:lnTo>
                    <a:lnTo>
                      <a:pt x="524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bevel/>
                <a:headEnd type="none" w="sm" len="sm"/>
                <a:tailEnd type="none" w="sm" len="sm"/>
              </a:ln>
            </p:spPr>
            <p:txBody>
              <a:bodyPr spcFirstLastPara="1" wrap="square" lIns="92875" tIns="47875" rIns="92875" bIns="478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1529" name="Google Shape;1529;p45"/>
              <p:cNvSpPr/>
              <p:nvPr/>
            </p:nvSpPr>
            <p:spPr>
              <a:xfrm>
                <a:off x="8898120" y="1870200"/>
                <a:ext cx="188640" cy="214920"/>
              </a:xfrm>
              <a:custGeom>
                <a:avLst/>
                <a:gdLst/>
                <a:ahLst/>
                <a:cxnLst/>
                <a:rect l="l" t="t" r="r" b="b"/>
                <a:pathLst>
                  <a:path w="524" h="597" extrusionOk="0">
                    <a:moveTo>
                      <a:pt x="524" y="0"/>
                    </a:moveTo>
                    <a:lnTo>
                      <a:pt x="0" y="0"/>
                    </a:lnTo>
                    <a:lnTo>
                      <a:pt x="0" y="597"/>
                    </a:lnTo>
                    <a:lnTo>
                      <a:pt x="524" y="597"/>
                    </a:lnTo>
                    <a:lnTo>
                      <a:pt x="524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bevel/>
                <a:headEnd type="none" w="sm" len="sm"/>
                <a:tailEnd type="none" w="sm" len="sm"/>
              </a:ln>
            </p:spPr>
            <p:txBody>
              <a:bodyPr spcFirstLastPara="1" wrap="square" lIns="92875" tIns="47875" rIns="92875" bIns="478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1530" name="Google Shape;1530;p45"/>
              <p:cNvSpPr/>
              <p:nvPr/>
            </p:nvSpPr>
            <p:spPr>
              <a:xfrm>
                <a:off x="9086760" y="1870200"/>
                <a:ext cx="188640" cy="214920"/>
              </a:xfrm>
              <a:custGeom>
                <a:avLst/>
                <a:gdLst/>
                <a:ahLst/>
                <a:cxnLst/>
                <a:rect l="l" t="t" r="r" b="b"/>
                <a:pathLst>
                  <a:path w="524" h="597" extrusionOk="0">
                    <a:moveTo>
                      <a:pt x="524" y="0"/>
                    </a:moveTo>
                    <a:lnTo>
                      <a:pt x="0" y="0"/>
                    </a:lnTo>
                    <a:lnTo>
                      <a:pt x="0" y="597"/>
                    </a:lnTo>
                    <a:lnTo>
                      <a:pt x="524" y="597"/>
                    </a:lnTo>
                    <a:lnTo>
                      <a:pt x="524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bevel/>
                <a:headEnd type="none" w="sm" len="sm"/>
                <a:tailEnd type="none" w="sm" len="sm"/>
              </a:ln>
            </p:spPr>
            <p:txBody>
              <a:bodyPr spcFirstLastPara="1" wrap="square" lIns="92875" tIns="47875" rIns="92875" bIns="478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  <p:sp>
          <p:nvSpPr>
            <p:cNvPr id="1531" name="Google Shape;1531;p45"/>
            <p:cNvSpPr/>
            <p:nvPr/>
          </p:nvSpPr>
          <p:spPr>
            <a:xfrm>
              <a:off x="7256825" y="1723239"/>
              <a:ext cx="1193503" cy="2035873"/>
            </a:xfrm>
            <a:custGeom>
              <a:avLst/>
              <a:gdLst/>
              <a:ahLst/>
              <a:cxnLst/>
              <a:rect l="l" t="t" r="r" b="b"/>
              <a:pathLst>
                <a:path w="2597" h="4430" extrusionOk="0">
                  <a:moveTo>
                    <a:pt x="2597" y="3132"/>
                  </a:moveTo>
                  <a:lnTo>
                    <a:pt x="2597" y="1298"/>
                  </a:lnTo>
                  <a:cubicBezTo>
                    <a:pt x="2597" y="581"/>
                    <a:pt x="2015" y="0"/>
                    <a:pt x="1298" y="0"/>
                  </a:cubicBezTo>
                  <a:cubicBezTo>
                    <a:pt x="581" y="0"/>
                    <a:pt x="0" y="581"/>
                    <a:pt x="0" y="1298"/>
                  </a:cubicBezTo>
                  <a:lnTo>
                    <a:pt x="0" y="3132"/>
                  </a:lnTo>
                  <a:cubicBezTo>
                    <a:pt x="0" y="3849"/>
                    <a:pt x="581" y="4430"/>
                    <a:pt x="1298" y="4430"/>
                  </a:cubicBezTo>
                  <a:cubicBezTo>
                    <a:pt x="2015" y="4430"/>
                    <a:pt x="2597" y="3849"/>
                    <a:pt x="2597" y="313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grpSp>
          <p:nvGrpSpPr>
            <p:cNvPr id="1532" name="Google Shape;1532;p45"/>
            <p:cNvGrpSpPr/>
            <p:nvPr/>
          </p:nvGrpSpPr>
          <p:grpSpPr>
            <a:xfrm>
              <a:off x="7734933" y="3040932"/>
              <a:ext cx="523457" cy="272529"/>
              <a:chOff x="9164520" y="4060440"/>
              <a:chExt cx="410040" cy="213480"/>
            </a:xfrm>
          </p:grpSpPr>
          <p:sp>
            <p:nvSpPr>
              <p:cNvPr id="1533" name="Google Shape;1533;p45"/>
              <p:cNvSpPr/>
              <p:nvPr/>
            </p:nvSpPr>
            <p:spPr>
              <a:xfrm>
                <a:off x="9402120" y="4136040"/>
                <a:ext cx="103680" cy="59760"/>
              </a:xfrm>
              <a:custGeom>
                <a:avLst/>
                <a:gdLst/>
                <a:ahLst/>
                <a:cxnLst/>
                <a:rect l="l" t="t" r="r" b="b"/>
                <a:pathLst>
                  <a:path w="288" h="166" extrusionOk="0">
                    <a:moveTo>
                      <a:pt x="288" y="0"/>
                    </a:moveTo>
                    <a:lnTo>
                      <a:pt x="144" y="166"/>
                    </a:lnTo>
                    <a:lnTo>
                      <a:pt x="0" y="0"/>
                    </a:lnTo>
                    <a:lnTo>
                      <a:pt x="288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bevel/>
                <a:headEnd type="none" w="sm" len="sm"/>
                <a:tailEnd type="none" w="sm" len="sm"/>
              </a:ln>
            </p:spPr>
            <p:txBody>
              <a:bodyPr spcFirstLastPara="1" wrap="square" lIns="92875" tIns="11875" rIns="92875" bIns="118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1534" name="Google Shape;1534;p45"/>
              <p:cNvSpPr/>
              <p:nvPr/>
            </p:nvSpPr>
            <p:spPr>
              <a:xfrm>
                <a:off x="9164520" y="4060440"/>
                <a:ext cx="410040" cy="213480"/>
              </a:xfrm>
              <a:custGeom>
                <a:avLst/>
                <a:gdLst/>
                <a:ahLst/>
                <a:cxnLst/>
                <a:rect l="l" t="t" r="r" b="b"/>
                <a:pathLst>
                  <a:path w="1139" h="593" extrusionOk="0">
                    <a:moveTo>
                      <a:pt x="1139" y="593"/>
                    </a:moveTo>
                    <a:lnTo>
                      <a:pt x="0" y="593"/>
                    </a:lnTo>
                    <a:lnTo>
                      <a:pt x="0" y="0"/>
                    </a:lnTo>
                    <a:lnTo>
                      <a:pt x="1139" y="0"/>
                    </a:lnTo>
                    <a:lnTo>
                      <a:pt x="1139" y="593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bevel/>
                <a:headEnd type="none" w="sm" len="sm"/>
                <a:tailEnd type="none" w="sm" len="sm"/>
              </a:ln>
            </p:spPr>
            <p:txBody>
              <a:bodyPr spcFirstLastPara="1" wrap="square" lIns="92875" tIns="47875" rIns="92875" bIns="478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  <p:grpSp>
          <p:nvGrpSpPr>
            <p:cNvPr id="1535" name="Google Shape;1535;p45"/>
            <p:cNvGrpSpPr/>
            <p:nvPr/>
          </p:nvGrpSpPr>
          <p:grpSpPr>
            <a:xfrm>
              <a:off x="7411851" y="2329049"/>
              <a:ext cx="761058" cy="442112"/>
              <a:chOff x="8911440" y="3502800"/>
              <a:chExt cx="596160" cy="346320"/>
            </a:xfrm>
          </p:grpSpPr>
          <p:sp>
            <p:nvSpPr>
              <p:cNvPr id="1536" name="Google Shape;1536;p45"/>
              <p:cNvSpPr/>
              <p:nvPr/>
            </p:nvSpPr>
            <p:spPr>
              <a:xfrm>
                <a:off x="8911440" y="3502800"/>
                <a:ext cx="596160" cy="346320"/>
              </a:xfrm>
              <a:custGeom>
                <a:avLst/>
                <a:gdLst/>
                <a:ahLst/>
                <a:cxnLst/>
                <a:rect l="l" t="t" r="r" b="b"/>
                <a:pathLst>
                  <a:path w="1656" h="962" extrusionOk="0">
                    <a:moveTo>
                      <a:pt x="1656" y="962"/>
                    </a:moveTo>
                    <a:lnTo>
                      <a:pt x="0" y="962"/>
                    </a:lnTo>
                    <a:lnTo>
                      <a:pt x="0" y="0"/>
                    </a:lnTo>
                    <a:lnTo>
                      <a:pt x="1656" y="0"/>
                    </a:lnTo>
                    <a:lnTo>
                      <a:pt x="1656" y="96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1537" name="Google Shape;1537;p45"/>
              <p:cNvSpPr/>
              <p:nvPr/>
            </p:nvSpPr>
            <p:spPr>
              <a:xfrm>
                <a:off x="8926560" y="3522600"/>
                <a:ext cx="569880" cy="206280"/>
              </a:xfrm>
              <a:custGeom>
                <a:avLst/>
                <a:gdLst/>
                <a:ahLst/>
                <a:cxnLst/>
                <a:rect l="l" t="t" r="r" b="b"/>
                <a:pathLst>
                  <a:path w="1583" h="573" extrusionOk="0">
                    <a:moveTo>
                      <a:pt x="0" y="0"/>
                    </a:moveTo>
                    <a:lnTo>
                      <a:pt x="786" y="573"/>
                    </a:lnTo>
                    <a:lnTo>
                      <a:pt x="1583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bevel/>
                <a:headEnd type="none" w="sm" len="sm"/>
                <a:tailEnd type="none" w="sm" len="sm"/>
              </a:ln>
            </p:spPr>
            <p:txBody>
              <a:bodyPr spcFirstLastPara="1" wrap="square" lIns="92875" tIns="47875" rIns="92875" bIns="478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1538" name="Google Shape;1538;p45"/>
              <p:cNvSpPr/>
              <p:nvPr/>
            </p:nvSpPr>
            <p:spPr>
              <a:xfrm>
                <a:off x="8926560" y="3651480"/>
                <a:ext cx="176760" cy="181800"/>
              </a:xfrm>
              <a:custGeom>
                <a:avLst/>
                <a:gdLst/>
                <a:ahLst/>
                <a:cxnLst/>
                <a:rect l="l" t="t" r="r" b="b"/>
                <a:pathLst>
                  <a:path w="491" h="505" extrusionOk="0">
                    <a:moveTo>
                      <a:pt x="0" y="505"/>
                    </a:moveTo>
                    <a:lnTo>
                      <a:pt x="491" y="0"/>
                    </a:lnTo>
                    <a:lnTo>
                      <a:pt x="0" y="50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bevel/>
                <a:headEnd type="none" w="sm" len="sm"/>
                <a:tailEnd type="none" w="sm" len="sm"/>
              </a:ln>
            </p:spPr>
            <p:txBody>
              <a:bodyPr spcFirstLastPara="1" wrap="square" lIns="92875" tIns="47875" rIns="92875" bIns="478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1539" name="Google Shape;1539;p45"/>
              <p:cNvSpPr/>
              <p:nvPr/>
            </p:nvSpPr>
            <p:spPr>
              <a:xfrm>
                <a:off x="9319680" y="3651480"/>
                <a:ext cx="176760" cy="181800"/>
              </a:xfrm>
              <a:custGeom>
                <a:avLst/>
                <a:gdLst/>
                <a:ahLst/>
                <a:cxnLst/>
                <a:rect l="l" t="t" r="r" b="b"/>
                <a:pathLst>
                  <a:path w="491" h="505" extrusionOk="0">
                    <a:moveTo>
                      <a:pt x="491" y="505"/>
                    </a:moveTo>
                    <a:lnTo>
                      <a:pt x="0" y="0"/>
                    </a:lnTo>
                    <a:lnTo>
                      <a:pt x="491" y="50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bevel/>
                <a:headEnd type="none" w="sm" len="sm"/>
                <a:tailEnd type="none" w="sm" len="sm"/>
              </a:ln>
            </p:spPr>
            <p:txBody>
              <a:bodyPr spcFirstLastPara="1" wrap="square" lIns="92875" tIns="47875" rIns="92875" bIns="478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</p:grpSp>
      <p:grpSp>
        <p:nvGrpSpPr>
          <p:cNvPr id="1540" name="Google Shape;1540;p45"/>
          <p:cNvGrpSpPr/>
          <p:nvPr/>
        </p:nvGrpSpPr>
        <p:grpSpPr>
          <a:xfrm>
            <a:off x="7496872" y="969232"/>
            <a:ext cx="591015" cy="280341"/>
            <a:chOff x="8512920" y="3816720"/>
            <a:chExt cx="462960" cy="219600"/>
          </a:xfrm>
        </p:grpSpPr>
        <p:sp>
          <p:nvSpPr>
            <p:cNvPr id="1541" name="Google Shape;1541;p45"/>
            <p:cNvSpPr/>
            <p:nvPr/>
          </p:nvSpPr>
          <p:spPr>
            <a:xfrm>
              <a:off x="8512920" y="3816720"/>
              <a:ext cx="462960" cy="219600"/>
            </a:xfrm>
            <a:custGeom>
              <a:avLst/>
              <a:gdLst/>
              <a:ahLst/>
              <a:cxnLst/>
              <a:rect l="l" t="t" r="r" b="b"/>
              <a:pathLst>
                <a:path w="1286" h="610" extrusionOk="0">
                  <a:moveTo>
                    <a:pt x="981" y="610"/>
                  </a:moveTo>
                  <a:lnTo>
                    <a:pt x="305" y="610"/>
                  </a:lnTo>
                  <a:cubicBezTo>
                    <a:pt x="137" y="610"/>
                    <a:pt x="0" y="473"/>
                    <a:pt x="0" y="305"/>
                  </a:cubicBezTo>
                  <a:cubicBezTo>
                    <a:pt x="0" y="136"/>
                    <a:pt x="137" y="0"/>
                    <a:pt x="305" y="0"/>
                  </a:cubicBezTo>
                  <a:lnTo>
                    <a:pt x="981" y="0"/>
                  </a:lnTo>
                  <a:cubicBezTo>
                    <a:pt x="1149" y="0"/>
                    <a:pt x="1286" y="136"/>
                    <a:pt x="1286" y="305"/>
                  </a:cubicBezTo>
                  <a:cubicBezTo>
                    <a:pt x="1286" y="473"/>
                    <a:pt x="1149" y="610"/>
                    <a:pt x="981" y="61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bevel/>
              <a:headEnd type="none" w="sm" len="sm"/>
              <a:tailEnd type="none" w="sm" len="sm"/>
            </a:ln>
          </p:spPr>
          <p:txBody>
            <a:bodyPr spcFirstLastPara="1" wrap="square" lIns="92875" tIns="47875" rIns="92875" bIns="478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42" name="Google Shape;1542;p45"/>
            <p:cNvSpPr/>
            <p:nvPr/>
          </p:nvSpPr>
          <p:spPr>
            <a:xfrm>
              <a:off x="8764560" y="3825720"/>
              <a:ext cx="201240" cy="201240"/>
            </a:xfrm>
            <a:custGeom>
              <a:avLst/>
              <a:gdLst/>
              <a:ahLst/>
              <a:cxnLst/>
              <a:rect l="l" t="t" r="r" b="b"/>
              <a:pathLst>
                <a:path w="559" h="559" extrusionOk="0">
                  <a:moveTo>
                    <a:pt x="559" y="280"/>
                  </a:moveTo>
                  <a:cubicBezTo>
                    <a:pt x="559" y="125"/>
                    <a:pt x="434" y="0"/>
                    <a:pt x="279" y="0"/>
                  </a:cubicBezTo>
                  <a:cubicBezTo>
                    <a:pt x="125" y="0"/>
                    <a:pt x="0" y="125"/>
                    <a:pt x="0" y="280"/>
                  </a:cubicBezTo>
                  <a:cubicBezTo>
                    <a:pt x="0" y="434"/>
                    <a:pt x="125" y="559"/>
                    <a:pt x="279" y="559"/>
                  </a:cubicBezTo>
                  <a:cubicBezTo>
                    <a:pt x="434" y="559"/>
                    <a:pt x="559" y="434"/>
                    <a:pt x="559" y="28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1543" name="Google Shape;1543;p45"/>
          <p:cNvSpPr/>
          <p:nvPr/>
        </p:nvSpPr>
        <p:spPr>
          <a:xfrm>
            <a:off x="7256815" y="4184838"/>
            <a:ext cx="447480" cy="510840"/>
          </a:xfrm>
          <a:custGeom>
            <a:avLst/>
            <a:gdLst/>
            <a:ahLst/>
            <a:cxnLst/>
            <a:rect l="l" t="t" r="r" b="b"/>
            <a:pathLst>
              <a:path w="1243" h="1419" extrusionOk="0">
                <a:moveTo>
                  <a:pt x="872" y="102"/>
                </a:moveTo>
                <a:lnTo>
                  <a:pt x="0" y="0"/>
                </a:lnTo>
                <a:lnTo>
                  <a:pt x="89" y="995"/>
                </a:lnTo>
                <a:lnTo>
                  <a:pt x="273" y="784"/>
                </a:lnTo>
                <a:lnTo>
                  <a:pt x="829" y="1419"/>
                </a:lnTo>
                <a:lnTo>
                  <a:pt x="1243" y="947"/>
                </a:lnTo>
                <a:lnTo>
                  <a:pt x="687" y="313"/>
                </a:lnTo>
                <a:lnTo>
                  <a:pt x="872" y="102"/>
                </a:lnTo>
                <a:close/>
              </a:path>
            </a:pathLst>
          </a:cu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1544" name="Google Shape;1544;p45"/>
          <p:cNvGrpSpPr/>
          <p:nvPr/>
        </p:nvGrpSpPr>
        <p:grpSpPr>
          <a:xfrm>
            <a:off x="126260" y="926483"/>
            <a:ext cx="856080" cy="394560"/>
            <a:chOff x="7200360" y="654120"/>
            <a:chExt cx="856080" cy="394560"/>
          </a:xfrm>
        </p:grpSpPr>
        <p:sp>
          <p:nvSpPr>
            <p:cNvPr id="1545" name="Google Shape;1545;p45"/>
            <p:cNvSpPr/>
            <p:nvPr/>
          </p:nvSpPr>
          <p:spPr>
            <a:xfrm>
              <a:off x="7200360" y="654120"/>
              <a:ext cx="856080" cy="394560"/>
            </a:xfrm>
            <a:custGeom>
              <a:avLst/>
              <a:gdLst/>
              <a:ahLst/>
              <a:cxnLst/>
              <a:rect l="l" t="t" r="r" b="b"/>
              <a:pathLst>
                <a:path w="2378" h="1096" extrusionOk="0">
                  <a:moveTo>
                    <a:pt x="2372" y="1096"/>
                  </a:moveTo>
                  <a:cubicBezTo>
                    <a:pt x="2376" y="1071"/>
                    <a:pt x="2378" y="1047"/>
                    <a:pt x="2378" y="1022"/>
                  </a:cubicBezTo>
                  <a:cubicBezTo>
                    <a:pt x="2378" y="763"/>
                    <a:pt x="2193" y="553"/>
                    <a:pt x="1966" y="553"/>
                  </a:cubicBezTo>
                  <a:cubicBezTo>
                    <a:pt x="1917" y="553"/>
                    <a:pt x="1871" y="563"/>
                    <a:pt x="1827" y="580"/>
                  </a:cubicBezTo>
                  <a:cubicBezTo>
                    <a:pt x="1787" y="252"/>
                    <a:pt x="1540" y="0"/>
                    <a:pt x="1242" y="0"/>
                  </a:cubicBezTo>
                  <a:cubicBezTo>
                    <a:pt x="1014" y="0"/>
                    <a:pt x="816" y="147"/>
                    <a:pt x="717" y="363"/>
                  </a:cubicBezTo>
                  <a:cubicBezTo>
                    <a:pt x="677" y="353"/>
                    <a:pt x="635" y="347"/>
                    <a:pt x="592" y="347"/>
                  </a:cubicBezTo>
                  <a:cubicBezTo>
                    <a:pt x="265" y="347"/>
                    <a:pt x="0" y="649"/>
                    <a:pt x="0" y="1022"/>
                  </a:cubicBezTo>
                  <a:cubicBezTo>
                    <a:pt x="0" y="1047"/>
                    <a:pt x="2" y="1071"/>
                    <a:pt x="4" y="1096"/>
                  </a:cubicBezTo>
                  <a:lnTo>
                    <a:pt x="2372" y="1096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bevel/>
              <a:headEnd type="none" w="sm" len="sm"/>
              <a:tailEnd type="none" w="sm" len="sm"/>
            </a:ln>
          </p:spPr>
          <p:txBody>
            <a:bodyPr spcFirstLastPara="1" wrap="square" lIns="92875" tIns="47875" rIns="92875" bIns="478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46" name="Google Shape;1546;p45"/>
            <p:cNvSpPr/>
            <p:nvPr/>
          </p:nvSpPr>
          <p:spPr>
            <a:xfrm>
              <a:off x="7201800" y="1048680"/>
              <a:ext cx="852480" cy="0"/>
            </a:xfrm>
            <a:custGeom>
              <a:avLst/>
              <a:gdLst/>
              <a:ahLst/>
              <a:cxnLst/>
              <a:rect l="l" t="t" r="r" b="b"/>
              <a:pathLst>
                <a:path w="2368" h="120000" extrusionOk="0">
                  <a:moveTo>
                    <a:pt x="2368" y="0"/>
                  </a:moveTo>
                  <a:lnTo>
                    <a:pt x="0" y="0"/>
                  </a:lnTo>
                  <a:lnTo>
                    <a:pt x="2368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bevel/>
              <a:headEnd type="none" w="sm" len="sm"/>
              <a:tailEnd type="none" w="sm" len="sm"/>
            </a:ln>
          </p:spPr>
          <p:txBody>
            <a:bodyPr spcFirstLastPara="1" wrap="square" lIns="92875" tIns="0" rIns="928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2272258" y="3679902"/>
            <a:ext cx="4578350" cy="637872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ft Palette Consulting by Slidesgo">
  <a:themeElements>
    <a:clrScheme name="Simple Light">
      <a:dk1>
        <a:srgbClr val="1E2423"/>
      </a:dk1>
      <a:lt1>
        <a:srgbClr val="F0E9E2"/>
      </a:lt1>
      <a:dk2>
        <a:srgbClr val="FFFFFF"/>
      </a:dk2>
      <a:lt2>
        <a:srgbClr val="F5F5F5"/>
      </a:lt2>
      <a:accent1>
        <a:srgbClr val="DEB6B7"/>
      </a:accent1>
      <a:accent2>
        <a:srgbClr val="A8D0E0"/>
      </a:accent2>
      <a:accent3>
        <a:srgbClr val="7BA6B4"/>
      </a:accent3>
      <a:accent4>
        <a:srgbClr val="D6CFA7"/>
      </a:accent4>
      <a:accent5>
        <a:srgbClr val="E7CDB7"/>
      </a:accent5>
      <a:accent6>
        <a:srgbClr val="CC9D9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1819</TotalTime>
  <Words>1701</Words>
  <Application>Microsoft Office PowerPoint</Application>
  <PresentationFormat>On-screen Show (16:9)</PresentationFormat>
  <Paragraphs>298</Paragraphs>
  <Slides>28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8" baseType="lpstr">
      <vt:lpstr>Arial</vt:lpstr>
      <vt:lpstr>Libre Franklin</vt:lpstr>
      <vt:lpstr>Times New Roman</vt:lpstr>
      <vt:lpstr>Candara Light</vt:lpstr>
      <vt:lpstr>Symbol</vt:lpstr>
      <vt:lpstr>Wingdings</vt:lpstr>
      <vt:lpstr>Assistant</vt:lpstr>
      <vt:lpstr>Raleway</vt:lpstr>
      <vt:lpstr>Open Sans</vt:lpstr>
      <vt:lpstr>Soft Palette Consulting by Slidesgo</vt:lpstr>
      <vt:lpstr>AI-Powered Smart Energy Consumption Prediction System</vt:lpstr>
      <vt:lpstr>Content</vt:lpstr>
      <vt:lpstr>Introduction</vt:lpstr>
      <vt:lpstr>Motivation</vt:lpstr>
      <vt:lpstr>Problem Statement</vt:lpstr>
      <vt:lpstr>Objectives</vt:lpstr>
      <vt:lpstr>Literature Survey</vt:lpstr>
      <vt:lpstr>PowerPoint Presentation</vt:lpstr>
      <vt:lpstr>Limitations in Base paper</vt:lpstr>
      <vt:lpstr>PowerPoint Presentation</vt:lpstr>
      <vt:lpstr>PowerPoint Presentation</vt:lpstr>
      <vt:lpstr>PowerPoint Presentation</vt:lpstr>
      <vt:lpstr>Methodology</vt:lpstr>
      <vt:lpstr>PowerPoint Presentation</vt:lpstr>
      <vt:lpstr>PowerPoint Presentation</vt:lpstr>
      <vt:lpstr>Architecture</vt:lpstr>
      <vt:lpstr>PowerPoint Presentation</vt:lpstr>
      <vt:lpstr>Results</vt:lpstr>
      <vt:lpstr>Results</vt:lpstr>
      <vt:lpstr>Results</vt:lpstr>
      <vt:lpstr>Results</vt:lpstr>
      <vt:lpstr>Results</vt:lpstr>
      <vt:lpstr>Results - Comparison </vt:lpstr>
      <vt:lpstr>Results – SHAP Analysis </vt:lpstr>
      <vt:lpstr>Conclusion</vt:lpstr>
      <vt:lpstr>Future Scope </vt:lpstr>
      <vt:lpstr>References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Smart Energy Consumption Prediction System</dc:title>
  <dc:creator>Veda</dc:creator>
  <cp:lastModifiedBy>Maneesha Ganpisetty</cp:lastModifiedBy>
  <cp:revision>67</cp:revision>
  <dcterms:created xsi:type="dcterms:W3CDTF">2024-11-01T03:32:00Z</dcterms:created>
  <dcterms:modified xsi:type="dcterms:W3CDTF">2026-05-13T08:30:34Z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BFE6E1EA310E4874A11B5F6212EE1D46_12</vt:lpwstr>
  </property>
  <property fmtid="{D5CDD505-2E9C-101B-9397-08002B2CF9AE}" pid="3" name="KSOProductBuildVer">
    <vt:lpwstr>1033-12.2.0.18607</vt:lpwstr>
  </property>
</Properties>
</file>